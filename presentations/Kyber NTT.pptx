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0" r:id="rId1"/>
  </p:sldMasterIdLst>
  <p:notesMasterIdLst>
    <p:notesMasterId r:id="rId19"/>
  </p:notesMasterIdLst>
  <p:sldIdLst>
    <p:sldId id="256" r:id="rId2"/>
    <p:sldId id="271" r:id="rId3"/>
    <p:sldId id="257" r:id="rId4"/>
    <p:sldId id="272"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03"/>
    <p:restoredTop sz="92746"/>
  </p:normalViewPr>
  <p:slideViewPr>
    <p:cSldViewPr snapToGrid="0">
      <p:cViewPr varScale="1">
        <p:scale>
          <a:sx n="114" d="100"/>
          <a:sy n="114" d="100"/>
        </p:scale>
        <p:origin x="26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35:49.579"/>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23,'37'-11,"-7"2,-23 9,3-2,14 1,3 3,18-1,-2 7,8-2,-8-1,-2 4,-17-6,-4 1,-12 0,-1-1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35:52.51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5,'46'-3,"0"1,-25 2,11 0,-4 0,13 0,54 0,-32 0,25 0,-55 0,-18 0,-4 0,13 2,-9-1,21 1,-9 2,-5-3,9 2,-10-3,13 0,-6 3,-3-2,-6 2,-1-3,-3 0,2 0,-4 0,4 0,-1 0,-1 0,2 0,-3 2,3-2,-2 2,1-2,-1 2,-1 1,3 0,-2-1,1-4,-1-1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1T08:36:33.279"/>
    </inkml:context>
    <inkml:brush xml:id="br0">
      <inkml:brushProperty name="width" value="0.035" units="cm"/>
      <inkml:brushProperty name="height" value="0.035" units="cm"/>
    </inkml:brush>
  </inkml:definitions>
  <inkml:trace contextRef="#ctx0" brushRef="#br0">1 0 24575,'0'0'0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38:09.692"/>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46,'50'-6,"11"-3,-16 7,30-8,24 9,-45-2,6 1,6 1,8 1,-3 1,15-1,2 0,-4 0,5 0,-3 0,14 0,-3 0,-27 0,1 0,0 0,0 0,-1 0,1 0,-3 0,1 0,-2 0,28 0,-2 0,-3-1,-2 2,-9 1,-2 1,-6-2,-2 0,0 2,-2 0,-8-3,-1 0,-1 0,0 0,-3 0,-2 0,39 0,-39-3,0 0,42 2,-42-5,1 0,0 5,0 1,-3-3,0 1,4 4,-2 1,32 3,4 6,-27-1,4-5,-22 2,-9-7,-12 3,-5-4,-6 0,7 0,-4 0,4 0,1 3,6-2,-4 1,4-2,-6 0,-5 0,2 0,-2 3,3-3,2 2,0-2,0 0,-5 0,2 0,0 0,-3 0,9 0,1 0,-4 0,1 0,-5-4,-2 0,10-6,-8 6,5-4,-9 8,6-3,2 1,1 1,32-1,-26 2,22 3,-30-3,-3 5,1-6,-4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39:25.54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1 149,'44'-24,"-2"4,0 10,-6 6,13-5,9 7,-4-2,19 4,-14 0,15 0,1-5,14 3,3-3,-40 2,2 0,-1 3,1-1,3-2,1 0,-1 3,0 0,4 0,0 0,-2 3,-1 0,3 0,0 1,0 0,0-1,-3 0,0 0,0 0,-1-1,-4-1,0 0,45 4,-7 0,-8-3,-10 3,-6-5,-1 0,7 0,-5-5,13 4,1-4,10 5,-40 0,1 0,1 0,0 0,3 0,1 0,4 0,5 0,24-3,1 0,-22 2,-2 0,21-2,-6 1,1 2,-11 0,-22 0,-17 0,-1-4,-13 3,5-6,-6 6,6-5,3 5,20-8,4 8,14-4,8 5,-6 0,13 0,-13 0,-10 0,1 0,18 0,-21 0,-2 0,5 0,-1-5,-15 4,-2-3,-6 0,-1 3,8-3,1 4,7 0,8-5,1 4,7-4,0 5,-6 0,-3 0,0 0,-12 0,18 0,-18 0,20 0,-6 0,14-5,2 4,8-5,6 6,3 0,-1 0,6 0,-13 0,6 0,-8 0,1 0,-8 0,-2 5,-13-4,4 4,-12-5,6 0,-15 0,5 0,-4 0,-1 0,-2 0,1 0,-6 0,6 0,-8 0,-7 0,6 0,-13 0,13 0,-13 0,13 4,-6-3,0 3,6-4,-13 0,2 0,-5 0,-6-2,9-1,-7-2,4 2,-1 1,-1 2</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41:12.419"/>
    </inkml:context>
    <inkml:brush xml:id="br0">
      <inkml:brushProperty name="width" value="0.3" units="cm"/>
      <inkml:brushProperty name="height" value="0.6" units="cm"/>
      <inkml:brushProperty name="color" value="#00FDFF"/>
      <inkml:brushProperty name="tip" value="rectangle"/>
      <inkml:brushProperty name="rasterOp" value="maskPen"/>
    </inkml:brush>
  </inkml:definitions>
  <inkml:trace contextRef="#ctx0" brushRef="#br0">0 0,'58'10,"3"-4,-18-2,14 1,3-4,6 9,7-9,3 9,6-9,0 10,8-10,-6 9,13-8,2 3,-49-5,0 0,48 0,-1 0,-13 0,-1 0,-10 0,-14 0,-1 0,-15 0,-1 0,7 4,-10-3,10 3,-7-4,-6 0,12 0,-4 0,6 0,-7 0,6 0,-20 2,11-1,-24 2,9-3,-15 0,8 0,1 0,-4 0,7-3,-11 2,6-2,-2 3,2 0,-1-2,-1 0,-1-1,3-1,0 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41:14.468"/>
    </inkml:context>
    <inkml:brush xml:id="br0">
      <inkml:brushProperty name="width" value="0.3" units="cm"/>
      <inkml:brushProperty name="height" value="0.6" units="cm"/>
      <inkml:brushProperty name="color" value="#00FDFF"/>
      <inkml:brushProperty name="tip" value="rectangle"/>
      <inkml:brushProperty name="rasterOp" value="maskPen"/>
    </inkml:brush>
  </inkml:definitions>
  <inkml:trace contextRef="#ctx0" brushRef="#br0">1 41,'43'0,"-1"0,-22-4,7 3,7-7,8 7,9-6,2 6,12-3,-6 4,8 0,-10 0,3 0,33 0,-25 2,-1 1,32 4,0 0,-8 4,-1-10,-8 10,0-10,-6 4,-3-5,-14 0,6 0,-13-4,5-2,-6-4,6-1,-12 6,11-5,-27 6,-1-1,-16 2,-1 1,-1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41:35.639"/>
    </inkml:context>
    <inkml:brush xml:id="br0">
      <inkml:brushProperty name="width" value="0.3" units="cm"/>
      <inkml:brushProperty name="height" value="0.6" units="cm"/>
      <inkml:brushProperty name="color" value="#D9AEFF"/>
      <inkml:brushProperty name="tip" value="rectangle"/>
      <inkml:brushProperty name="rasterOp" value="maskPen"/>
    </inkml:brush>
  </inkml:definitions>
  <inkml:trace contextRef="#ctx0" brushRef="#br0">1 42,'76'0,"-4"4,-22-3,-7 4,6-5,-20 0,11 0,-13 3,14-2,3 8,6-8,-7 3,6-4,-20 3,11-2,-20 1,5-2,-6 0,-1 0,1 0,-1 0,8-4,8 4,2-8,20 7,-11-3,12 4,-6 0,-15 0,4 0,-20 0,5 3,-6-3,-1 3,5-1,4-1,-3 1,9-2,-13 0,5 0,-10-2,2 1,-4-1,3 0,1 1,-4-3,7 1,-8 1,6-1,-4 1,3 2,-2-3,4 3,-4 0,0-2,3 0,-3-1,4-2,-5 4,4-1,-5-1,3 3,1-7,-4 6,3-5,1 5,-4-1,5 0,-3-1,-3 0,7 1,-4 2</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41:38.213"/>
    </inkml:context>
    <inkml:brush xml:id="br0">
      <inkml:brushProperty name="width" value="0.3" units="cm"/>
      <inkml:brushProperty name="height" value="0.6" units="cm"/>
      <inkml:brushProperty name="color" value="#D9AEFF"/>
      <inkml:brushProperty name="tip" value="rectangle"/>
      <inkml:brushProperty name="rasterOp" value="maskPen"/>
    </inkml:brush>
  </inkml:definitions>
  <inkml:trace contextRef="#ctx0" brushRef="#br0">1 99,'68'0,"-23"0,7 0,-5 0,28 0,7 0,-7 0,15-4,-41 0,15 0,-48-1,9 4,-11-4,20 5,-12-6,26 5,-12-1,14 2,1 0,-1-5,-14 4,-3-3,-18 4,-2 0,3-3,-1 0,2 0,1 0,-4 3,1 0,2 0,-2-2,0 2,3-5,-4 1,12 1,1-4,8 6,-8-2,-2 3,-6 0,-5 0,4 0,-5 0,5 0,-1-3,-3 1,2-1,-1 1,2 2,0 0,1 0,-3 0,2 0,-3 0,6-2,-8 1,8-3,-6 3,2-1,2 2,-3 2,-1 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41:39.901"/>
    </inkml:context>
    <inkml:brush xml:id="br0">
      <inkml:brushProperty name="width" value="0.3" units="cm"/>
      <inkml:brushProperty name="height" value="0.6" units="cm"/>
      <inkml:brushProperty name="color" value="#D9AEFF"/>
      <inkml:brushProperty name="tip" value="rectangle"/>
      <inkml:brushProperty name="rasterOp" value="maskPen"/>
    </inkml:brush>
  </inkml:definitions>
  <inkml:trace contextRef="#ctx0" brushRef="#br0">1 205,'54'-7,"11"4,-20-6,19 8,-4-3,13-1,-18 4,2 0,27-4,-21 5,-1 0,8 0,17 0,-11-5,-1 4,-2-10,-7 5,1-5,-8 0,5 0,-12 6,13-5,-6 9,7-9,1 9,-1-9,0 9,-7-9,6 9,-13-8,5 3,-7-4,1 0,-8 1,-12 3,-13 0,-64 4,33-1,-41 1,49 2,0 0,0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44:24.681"/>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1 109,'71'0,"-24"0,5 0,-6-5,37 4,15-10,-44 10,0 0,0-4,-1-1,0 5,0 1,45-6,1 1,-8 3,-1-8,-15 8,-1-3,-8 0,7 4,3-4,6 5,-7 0,-8 0,-10 0,-21 0,-7 0,-15 0,-5-2,9-3,5-2,9 2,3-3,-8 7,6-3,-17 4,4-2,-6 1,2-1,7 2,-7 0,2 0,-9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44:30.119"/>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86,'72'-3,"-1"1,3 2,-33 0,40 0,-17 0,18 0,9 0,-19 0,1 0,26 0,0 0,-21 0,-2 0,-2 0,1 0,5 0,1 0,-3 0,0 0,4 0,0 0,-1 0,1 0,1 0,4 0,-7 0,4 0,-3 0,14 0,0 0,-12-1,3-1,-5-1,4 0,-5-2,6-1,-1-1,-7 3,0 0,-1-2,0 0,-7 5,0 1,3-6,-1 0,-9 5,-1 0,7-2,-1 0,-9 3,-2 0,1 0,-1 0,0 0,-1 0,-2 0,-1 0,1 1,0-2,-1-1,0-1,45 1,-7-3,-1 5,0 0,1 0,0 0,6 5,-13-3,6 8,-8-8,1 3,-27-5,0 0,26 0,-30-2,-1-1,23 2,-6-9,12 9,-12-4,6 5,-8 0,-7 0,-1 0,-8 0,-7 0,6 0,-6 0,7 4,8-3,1 4,14-5,3 5,-1-4,6 10,-13-10,5 4,1-5,-19 0,-6 0,-16 0,-6 0,8-4,6 3,-12-2,4 3,-19 0,-2 0,5 0,-5 0,9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44:33.458"/>
    </inkml:context>
    <inkml:brush xml:id="br0">
      <inkml:brushProperty name="width" value="0.3" units="cm"/>
      <inkml:brushProperty name="height" value="0.6" units="cm"/>
      <inkml:brushProperty name="color" value="#D9AEFF"/>
      <inkml:brushProperty name="tip" value="rectangle"/>
      <inkml:brushProperty name="rasterOp" value="maskPen"/>
    </inkml:brush>
  </inkml:definitions>
  <inkml:trace contextRef="#ctx0" brushRef="#br0">1 0,'61'0,"-5"0,-14 5,1-4,14 3,10-4,8 3,5 0,-28-3,-1 1,30 4,-6 0,-29-4,6 4,-15-5,15 0,6 0,-8 0,-7 0,6 5,-6-4,15 3,1-4,7 0,-7 0,6 0,-20 0,26 0,-31 0,16 0,-28 0,4 0,-11 0,4 0,-7 0,1 0,-1 0,-3 0,2 0,-2-3,3 3,15-3,-4 3,13 0,-19 0,-5 0,-11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44:40.497"/>
    </inkml:context>
    <inkml:brush xml:id="br0">
      <inkml:brushProperty name="width" value="0.3" units="cm"/>
      <inkml:brushProperty name="height" value="0.6" units="cm"/>
      <inkml:brushProperty name="color" value="#D9AEFF"/>
      <inkml:brushProperty name="tip" value="rectangle"/>
      <inkml:brushProperty name="rasterOp" value="maskPen"/>
    </inkml:brush>
  </inkml:definitions>
  <inkml:trace contextRef="#ctx0" brushRef="#br0">0 56,'72'0,"16"0,-3 0,-30 0,4 0,9 0,2 0,7 3,2 0,10-2,2 0,0 1,6 2,-4-2,7 0,-3 0,-21-1,-3-1,4 0,21 3,5 0,-6-2,-23-3,-5 0,0-1,30 3,-1-1,0-2,-2 0,-9-1,-2 2,-2 1,-3 0,-5-2,-2 0,-7 3,-2 0,-6-3,-1 0,-3 3,-2-1,39-10,-15 10,-5-4,-19 0,-1 4,-17-6,-8 6,-14-2,5 1,-4 2,10-2,-7 2,2 0,-4 0,-1-3,8 1,-8-1,7 1,-1 2,-3 0,2 0,-9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8:44:49.460"/>
    </inkml:context>
    <inkml:brush xml:id="br0">
      <inkml:brushProperty name="width" value="0.3" units="cm"/>
      <inkml:brushProperty name="height" value="0.6" units="cm"/>
      <inkml:brushProperty name="color" value="#D9AEFF"/>
      <inkml:brushProperty name="tip" value="rectangle"/>
      <inkml:brushProperty name="rasterOp" value="maskPen"/>
    </inkml:brush>
  </inkml:definitions>
  <inkml:trace contextRef="#ctx0" brushRef="#br0">1 82,'68'-5,"3"1,-12 4,-20 0,28 0,-12 0,36 0,-24 0,1 0,-14 0,0 0,11 0,-2 0,27 0,-15-5,6 4,-13-4,12 5,-4 0,6 0,-7 0,-1 0,21 0,-21 0,22 0,-30 0,0 0,-7 0,-1 0,-8 0,-7 0,-1 0,-8 0,0 0,1 0,-1 0,8 0,-13 0,11 0,-20 0,5 0,1 0,1 0,7 0,1 0,6 0,-4-4,4 3,9-3,3 4,1 0,-5 0,-21 0,11 0,-10 0,13 0,-15 0,6 0,-6 0,1 0,4 0,-12 0,6 0,-8 0,1 0,6 0,3 0,6 0,-7 0,-1 0,-8 0,1 0,-1 0,1 0,-4 0,7 0,-10 0,9 0,-2-2,-3 1,2-2,-4 3,5 0,0-3,4 3,-4-3,-1 3,-3-2,2 1,-4-1,6 2,-4-2,3 1,0-1,-4 2,2 0,-1-2,2 2,-2-3,7 1,-8 2,4-3,-2 1,-3 2,4-5,-1 3,-3-1,11-2,-14 4,10-1,-6 2,-3 0,9 0,-5 0,0 0,4 0,-4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9:23:40.279"/>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5,'56'0,"0"0,2 0,-5 0,8 0,-7 3,3 1,35-2,-16 5,5 0,-1-5,5-2,-7 2,5 1,-5-1,5-1,-1-2,-7 1,4 0,-8 0,-10 0,-4 0,5 0,-2 0,-7 0,-2 0,2 1,-1-2,43-5,-12 5,-19-11,-21 11,-18-6,-11 6,-3-5,5 6,5-3,3 3,8 0,2 0,19 0,2 0,17 0,-6 0,6 0,-26 0,-12 0,-21 0,-7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9:23:41.915"/>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67,'45'-3,"-5"-4,-8 2,2-5,19 4,10-5,12 9,-25-4,2-1,45 5,-36-1,0-1,-7 4,-1 0,4 0,-1 0,39 7,-2-6,-10 5,1 0,9-4,-7 4,6 0,-26-4,-18 4,-22-6,-17 0,8 0,-1 0,17 0,1 0,10 0,-1 0,0 0,1 0,8 0,3 0,17 0,3 0,9 6,-18-4,-22 4,-18-3,-17-3,6 3,1-3</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9:23:45.379"/>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81,'98'-15,"-45"7,3 2,9 1,3 1,8-3,4 0,16 5,3 2,-30-3,0 0,2 1,6 2,2 0,0 0,0 1,0-1,1-1,5-1,1-1,-1 0,-2 2,0 1,0-1,3-1,-1-1,0 0,-2 3,-1 0,1 0,2 3,0 0,1-1,-3-1,0-2,0 3,-1 5,1 2,-1-1,-3-5,-1 0,0 2,-1 5,-2 2,0-1,-5-4,-1-2,0 2,0 3,-1 2,-1-2,27 0,-2-1,-4 3,1 0,2-2,1-3,-4-2,1-1,-1 1,0-2,0-3,-1 0,-4 0,-1 0,0 0,1 0,4 0,1 0,0 0,0 0,0 0,1 0,3 0,-1 0,-2 0,-1 0,2 0,6 0,-9 0,5 0,-3 0,-19 0,-4 0,4 0,19 0,3 0,-5 0,9 0,-6 0,-1 0,-1 0,0 0,-2 0,-7 0,-2 0,-3 0,-3 0,-3 0,-2 0,-8-1,-1 2,0 2,0 0,-1-2,1 0,0 6,1-1,0-4,0-2,3 4,0-1,-4-2,1-2,5 1,-1 0,-4 0,-1 0,5 0,-2 0,-6 1,-1-2,4-2,-1-1,39 3,-2-6,-10 1,1 4,0-4,-1 0,-8 4,-20-1,0 0,18 3,-22 0,-1 0,13 0,1 0,-1 0,1 0,8 0,12 0,11 0,0 0,-2 0,0 0,-7-6,7 4,-19-4,-19 8,0 2,18-3,-18 2,0 0,19 3,19-4,2 4,0-6,-44 0,0 0,35 0,7 0,-28 0,6 0,-35 0,6 0,-24 0,-1 0,1 0,-5 0,5 0,-1 0,-3 0,8 0,-4 0,0 0,0 0,-4 0,2 0,0 0,3 0,9 0,-3-4,8 3,-1-2,-12 3,4 0,-13-3,4 2,4-5,-1 5,0-2,-6 3,13-4,-10 4,11-4,-14 4</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9:23:46.917"/>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0,'73'0,"2"6,-25-4,43 11,-21-11,-12 4,4 2,-6-4,0 0,-5 3,-2 1,32 0,-30-2,-3 0,-2-5,17 2,-56-4,0-4,10-2,-7 3,16-5,0 4,-3-3,0 2,5 2,-3-1,16 4,1-9,-10 9,-1-4,-15 3,-1 1,-5-2,1 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9:25:33.895"/>
    </inkml:context>
    <inkml:brush xml:id="br0">
      <inkml:brushProperty name="width" value="0.3" units="cm"/>
      <inkml:brushProperty name="height" value="0.6" units="cm"/>
      <inkml:brushProperty name="color" value="#D9AEFF"/>
      <inkml:brushProperty name="tip" value="rectangle"/>
      <inkml:brushProperty name="rasterOp" value="maskPen"/>
    </inkml:brush>
  </inkml:definitions>
  <inkml:trace contextRef="#ctx0" brushRef="#br0">0 15,'47'3,"4"-2,12 3,-13 0,31-2,-26 3,8-5,1 0,9 0,-8 0,26 0,-14 0,-23 0,3 0,-5-4,2 1,12 2,2 0,-1-3,2 1,11 3,3 0,-5-4,2 0,7 4,0-1,-4-3,0 0,0 4,-1 0,-3 0,-2 0,-8 0,-2 0,-5 0,-2 0,-6 0,-4 0,37 0,3 0,-24 0,15 0,-15 0,16 6,-8-4,19 4,2-6,0 0,-44 0,0 0,44 0,0 0,-44 0,0 0,35 0,7 0,-10 0,1 0,0 0,-10 0,-1 0,-9 0,8 0,-6 0,6 0,1 0,2 0,8 0,1 0,0 0,-1 0,1 0,-9 0,-3 0,-17 0,6 0,-15 0,-3 0,-1 0,11 0,5 0,7 0,-13 0,-18 0,8 0,-17 0,7 0,-8 0,-1 0,0 0,10 0,-8 0,16 0,-15 0,6 0,0 0,-11 0,5 0,-14 0,0 0,6 0,-4 0,3 0,0 0,-3 0,6 0,-7 0,7 0,-7 0,10 0,-10 0,4 0,-2 0,1 0,-1 0,3 0,-3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9:25:42.845"/>
    </inkml:context>
    <inkml:brush xml:id="br0">
      <inkml:brushProperty name="width" value="0.3" units="cm"/>
      <inkml:brushProperty name="height" value="0.6" units="cm"/>
      <inkml:brushProperty name="color" value="#D9AEFF"/>
      <inkml:brushProperty name="tip" value="rectangle"/>
      <inkml:brushProperty name="rasterOp" value="maskPen"/>
    </inkml:brush>
  </inkml:definitions>
  <inkml:trace contextRef="#ctx0" brushRef="#br0">1 69,'43'-3,"-3"0,-17 3,0 0,10 0,-8 0,0-3,5 3,6-3,18 3,10-6,9 5,-8-5,17 6,-7 0,8 0,1 0,0 0,-1-6,1 5,9-6,2 7,-44-3,2 0,-1 2,0 0,43-6,-21 7,0 0,24 0,-28 0,-1 0,14 0,1 0,0 0,-1 0,10-6,2 4,-39-1,1-1,1 4,0 0,4 0,0 0,-8 0,-2 0,1 0,-4 0,26 0,-11 0,-21 0,-11 0,-13 0,-2 0,0 0,-3 0,9 0,-5 0,14 0,12 6,1-5,17 11,31-11,-29 5,-13-3,-2-1,-3 0,15 3,-15-5,15 0,3 0,2 6,24-5,-13 5,-26-2,0-1,35-2,7 6,-18-7,-3 0,-8 0,-10 0,-10 0,-12 0,-9 0,10 0,-8 0,16 0,3 0,10 0,10 0,0 0,8 0,3 0,9 6,8-4,-6 4,7-6,-9 6,-10-5,-1 6,-18-7,-12 0,-11 0,-8 0,-6 0,4 0,7 0,-3 3,2-2,-6 2,-3-3,-1 0,-1 0,-2 0,3 0,-2 0,2 0,-3 0,-2-2,7 1,-1-2,-1 3,-3 0,7 0,-13 0,13 0,-7 0,4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9:25:44.815"/>
    </inkml:context>
    <inkml:brush xml:id="br0">
      <inkml:brushProperty name="width" value="0.3" units="cm"/>
      <inkml:brushProperty name="height" value="0.6" units="cm"/>
      <inkml:brushProperty name="color" value="#D9AEFF"/>
      <inkml:brushProperty name="tip" value="rectangle"/>
      <inkml:brushProperty name="rasterOp" value="maskPen"/>
    </inkml:brush>
  </inkml:definitions>
  <inkml:trace contextRef="#ctx0" brushRef="#br0">1 49,'77'0,"2"0,-25-5,19 3,2-10,17 11,-6-12,-28 12,9-5,-20 6,27 0,19 0,-7 0,7 0,-21 0,4 0,-14 0,3 0,25-1,2 2,-23 2,-2 1,0-4,-1 1,-12 3,-1-1,-1-3,-3 0,17 5,-14-4,-24 4,-14-5,-2 0,5-3,-3 3,9-6,4 6,-4-7,19 6,-17-5,2 5,-12-3,-4 1,7 3,-4-3,6 3,-5 0,1 0,-1 3,3 0,-5 3,1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9:25:46.727"/>
    </inkml:context>
    <inkml:brush xml:id="br0">
      <inkml:brushProperty name="width" value="0.3" units="cm"/>
      <inkml:brushProperty name="height" value="0.6" units="cm"/>
      <inkml:brushProperty name="color" value="#D9AEFF"/>
      <inkml:brushProperty name="tip" value="rectangle"/>
      <inkml:brushProperty name="rasterOp" value="maskPen"/>
    </inkml:brush>
  </inkml:definitions>
  <inkml:trace contextRef="#ctx0" brushRef="#br0">0 18,'82'4,"-3"-2,-15-7,-1 3,-8-3,-3 0,-17 4,-3-4,-9 5,1 0,-1 0,0 0,9 0,-6 0,15 0,3 0,10 0,10 5,-1-3,10 10,-7-11,24 12,-4-11,-30 4,2 1,3-2,2-1,0 0,1 1,3 2,-1 0,-11-6,-3-1,41 7,-39-7,-17 0,-23 0,-5 0,10-2,-7-2,11 1,-10 0,4 0,2 3,5-3,8-2,2 4,1-4,6 0,-20 4,2-4,-11 5,0-3,9 3,-7-3,8 3,-12 2,8-1,-3 2,1-3,1 0,-1-3,2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9:30:24.937"/>
    </inkml:context>
    <inkml:brush xml:id="br0">
      <inkml:brushProperty name="width" value="0.3" units="cm"/>
      <inkml:brushProperty name="height" value="0.6" units="cm"/>
      <inkml:brushProperty name="color" value="#6EFF68"/>
      <inkml:brushProperty name="tip" value="rectangle"/>
      <inkml:brushProperty name="rasterOp" value="maskPen"/>
    </inkml:brush>
  </inkml:definitions>
  <inkml:trace contextRef="#ctx0" brushRef="#br0">0 66,'51'4,"2"-3,-9 2,11-3,8-5,-8 3,6-4,-6 6,8-5,1 3,9-3,1 5,10 0,0 0,-10-6,-1 5,-27-5,-5 6,-23-3,-1 3,0-3,2 3,4-4,9 3,3-7,17 7,-6-4,6 0,-8 4,-10-4,-1 5,-1 0,-7 0,17 0,1 6,21 1,10 0,10 6,0-12,-1 5,-8 0,-3-5,-17 5,-2-6,-19 0,-2 0,-8 0,-1 0,0 4,9-4,3 4,17 1,-6-3,-3 3,-15-2,-11-2,-8 1,8 1,-3-2,4 2,2-3,-2 0,15 0,-8 0,7 0,-13 0,3 0,5 0,8 0,8 0,0 0,1 0,-1 0,-8 3,-8-2,-12 2,-4-3,14 0,5 0,7 4,-13-3,-2 2,-7-3,9 0,-1 0,9 5,3-4,8 4,18 1,5-4,9 4,-12-6,-27 0,-13 0,-17 0,11 0,-3 0,4 0,-1 2,-7 2,8-1,0 0,-2 0,1-3,-2 3,0 0,1-3,1 3,-1-3,-1 0,0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09:30:27.031"/>
    </inkml:context>
    <inkml:brush xml:id="br0">
      <inkml:brushProperty name="width" value="0.3" units="cm"/>
      <inkml:brushProperty name="height" value="0.6" units="cm"/>
      <inkml:brushProperty name="color" value="#6EFF68"/>
      <inkml:brushProperty name="tip" value="rectangle"/>
      <inkml:brushProperty name="rasterOp" value="maskPen"/>
    </inkml:brush>
  </inkml:definitions>
  <inkml:trace contextRef="#ctx0" brushRef="#br0">0 15,'62'-7,"-3"0,-7 7,3 0,17 0,-17 0,2 0,-6 0,0 0,13 0,-5 0,0 0,16 0,-8 0,30 0,-37 0,2 0,0 0,1 0,4 3,2 2,3-1,1 1,4 2,0 2,-4-1,1 0,3-3,0-1,-6 3,2 0,19-2,-1-1,-23 1,0-1,13 0,-3-1,17-3,-44 0,0 0,44 0,-43 3,0 0,4-2,1 0,1 5,0 2,0-4,-1 0,38 4,-22-1,-34-7,-13 0,-17 0,5 0,2 0,5 0,-2-3,3 3,-8-6,3 5,0-4,-3 4,8-1,-3 2,-1 0,2 0,-7 0,4 0,-1 0,-1 0,3 0,-5 0,4 0,-1-3,-1 2,3-2,-6 3,3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12:43:20.956"/>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39,'36'-7,"-3"2,-18 5,3-4,5 3,-4-5,3 5,-9-4,4 4,-2-4,-2 4,7-2,-6 3,4 0,-1 0,2 0,0 0,3 0,-9 0,9 0,-8 0,8 0,-9 0,4 0,1 0,-5 0,5 0,-3 0,-2 0,10 0,-4 0,3 0,0 0,-4 0,5 0,1 0,-6 0,-1 3,-5-2,6 1,-4-2,6 0,-7 0,4 0,7 3,-7-2,11 1,-15-2,9 0,-8 3,3-2,-2 1,0-2,1 0,4 0,-6 0,6 0,-7 0,5 0,-3 0,1 0,1 0,1 0,-2 0,6 0,-3 0,4 4,0-3,-4 2,-2-3,-2 0,0 0,1 0,4-3,-6 3,3-3,1 3,-7 0,8 0,-3 0,0 0,2-3,0 3,-5-3,5 3,-1 0,-6 0,9 0,-7 0,2 0,5 0,-9 0,9 0,-5 0,-1 0,0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11T12:43:23.73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1,'44'3,"4"0,-13-3,17 0,-6 0,15 0,-15 0,-10 0,3 5,-12-4,25 4,3-5,-1 0,-1 0,-10 0,1 0,-15 0,2 0,-15 0,2 0,-3 0,8 3,-4-2,19 2,6-3,10 0,10 0,8 0,-15 0,13 0,-24 5,7-4,-10 4,-9-5,8 0,-17 0,16 0,-15 0,15 0,-6 0,8 0,1 0,8 0,22 0,-15 0,13 0,-19 0,-8 0,8 0,-10 0,1 0,-10 0,-2 0,-13 0,-2 0,-2 0,0 0,1 0,4 0,-1 0,4 0,1 0,8 0,11 0,12 0,18 6,1-4,1 10,-2-11,-10 5,1-6,-10 0,8 0,-16 0,6 0,0 0,-6 0,15 0,-6 0,9 0,-1 0,1 5,-1-3,1 9,9-10,-8 5,8 0,19-5,-22 10,22-9,-28 3,-9-5,-3 0,-9 5,-8-4,-3 4,-9-5,-4 0,-2 0,0 0,-3 0,8 0,-4 0,5 0,-4 0,3 0,-9-3,4 3,1-6,-4 3,8-1,-8-1,8 4,-9-2,4 1,0 1,-3-2,3 3,-2-2,-2-2,2-2</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AA826A9-0467-3949-B8A6-B6A318D7EEF3}" type="datetimeFigureOut">
              <a:rPr lang="en-TH" smtClean="0"/>
              <a:t>20/10/2025 R</a:t>
            </a:fld>
            <a:endParaRPr lang="en-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D7A5BE-54F2-104B-B2B0-40522A6C2EFD}" type="slidenum">
              <a:rPr lang="en-TH" smtClean="0"/>
              <a:t>‹#›</a:t>
            </a:fld>
            <a:endParaRPr lang="en-TH"/>
          </a:p>
        </p:txBody>
      </p:sp>
    </p:spTree>
    <p:extLst>
      <p:ext uri="{BB962C8B-B14F-4D97-AF65-F5344CB8AC3E}">
        <p14:creationId xmlns:p14="http://schemas.microsoft.com/office/powerpoint/2010/main" val="17732209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EA26CE95-F7A1-944D-B282-F98A8464DE58}" type="datetime1">
              <a:rPr lang="en-US" smtClean="0"/>
              <a:t>10/20/25</a:t>
            </a:fld>
            <a:endParaRPr lang="en-TH"/>
          </a:p>
        </p:txBody>
      </p:sp>
      <p:sp>
        <p:nvSpPr>
          <p:cNvPr id="8" name="Footer Placeholder 7"/>
          <p:cNvSpPr>
            <a:spLocks noGrp="1"/>
          </p:cNvSpPr>
          <p:nvPr>
            <p:ph type="ftr" sz="quarter" idx="11"/>
          </p:nvPr>
        </p:nvSpPr>
        <p:spPr/>
        <p:txBody>
          <a:bodyPr/>
          <a:lstStyle/>
          <a:p>
            <a:endParaRPr lang="en-TH"/>
          </a:p>
        </p:txBody>
      </p:sp>
      <p:sp>
        <p:nvSpPr>
          <p:cNvPr id="9" name="Slide Number Placeholder 8"/>
          <p:cNvSpPr>
            <a:spLocks noGrp="1"/>
          </p:cNvSpPr>
          <p:nvPr>
            <p:ph type="sldNum" sz="quarter" idx="12"/>
          </p:nvPr>
        </p:nvSpPr>
        <p:spPr/>
        <p:txBody>
          <a:bodyPr/>
          <a:lstStyle/>
          <a:p>
            <a:fld id="{195D7342-CC80-6047-A3DE-3D7AEED4C2EB}" type="slidenum">
              <a:rPr lang="en-TH" smtClean="0"/>
              <a:t>‹#›</a:t>
            </a:fld>
            <a:endParaRPr lang="en-TH"/>
          </a:p>
        </p:txBody>
      </p:sp>
    </p:spTree>
    <p:extLst>
      <p:ext uri="{BB962C8B-B14F-4D97-AF65-F5344CB8AC3E}">
        <p14:creationId xmlns:p14="http://schemas.microsoft.com/office/powerpoint/2010/main" val="92921143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30BE126-3EE9-8C48-84E6-810513C88B3C}" type="datetime1">
              <a:rPr lang="en-US" smtClean="0"/>
              <a:t>10/20/25</a:t>
            </a:fld>
            <a:endParaRPr lang="en-TH"/>
          </a:p>
        </p:txBody>
      </p:sp>
      <p:sp>
        <p:nvSpPr>
          <p:cNvPr id="8" name="Footer Placeholder 7"/>
          <p:cNvSpPr>
            <a:spLocks noGrp="1"/>
          </p:cNvSpPr>
          <p:nvPr>
            <p:ph type="ftr" sz="quarter" idx="11"/>
          </p:nvPr>
        </p:nvSpPr>
        <p:spPr/>
        <p:txBody>
          <a:bodyPr/>
          <a:lstStyle/>
          <a:p>
            <a:endParaRPr lang="en-TH"/>
          </a:p>
        </p:txBody>
      </p:sp>
      <p:sp>
        <p:nvSpPr>
          <p:cNvPr id="9" name="Slide Number Placeholder 8"/>
          <p:cNvSpPr>
            <a:spLocks noGrp="1"/>
          </p:cNvSpPr>
          <p:nvPr>
            <p:ph type="sldNum" sz="quarter" idx="12"/>
          </p:nvPr>
        </p:nvSpPr>
        <p:spPr/>
        <p:txBody>
          <a:bodyPr/>
          <a:lstStyle/>
          <a:p>
            <a:fld id="{195D7342-CC80-6047-A3DE-3D7AEED4C2EB}" type="slidenum">
              <a:rPr lang="en-TH" smtClean="0"/>
              <a:t>‹#›</a:t>
            </a:fld>
            <a:endParaRPr lang="en-TH"/>
          </a:p>
        </p:txBody>
      </p:sp>
    </p:spTree>
    <p:extLst>
      <p:ext uri="{BB962C8B-B14F-4D97-AF65-F5344CB8AC3E}">
        <p14:creationId xmlns:p14="http://schemas.microsoft.com/office/powerpoint/2010/main" val="2838784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AC80398C-201A-6B46-99C1-8FCEB790FC58}" type="datetime1">
              <a:rPr lang="en-US" smtClean="0"/>
              <a:t>10/20/25</a:t>
            </a:fld>
            <a:endParaRPr lang="en-TH"/>
          </a:p>
        </p:txBody>
      </p:sp>
      <p:sp>
        <p:nvSpPr>
          <p:cNvPr id="8" name="Footer Placeholder 7"/>
          <p:cNvSpPr>
            <a:spLocks noGrp="1"/>
          </p:cNvSpPr>
          <p:nvPr>
            <p:ph type="ftr" sz="quarter" idx="11"/>
          </p:nvPr>
        </p:nvSpPr>
        <p:spPr/>
        <p:txBody>
          <a:bodyPr/>
          <a:lstStyle/>
          <a:p>
            <a:endParaRPr lang="en-TH"/>
          </a:p>
        </p:txBody>
      </p:sp>
      <p:sp>
        <p:nvSpPr>
          <p:cNvPr id="9" name="Slide Number Placeholder 8"/>
          <p:cNvSpPr>
            <a:spLocks noGrp="1"/>
          </p:cNvSpPr>
          <p:nvPr>
            <p:ph type="sldNum" sz="quarter" idx="12"/>
          </p:nvPr>
        </p:nvSpPr>
        <p:spPr/>
        <p:txBody>
          <a:bodyPr/>
          <a:lstStyle/>
          <a:p>
            <a:fld id="{195D7342-CC80-6047-A3DE-3D7AEED4C2EB}" type="slidenum">
              <a:rPr lang="en-TH" smtClean="0"/>
              <a:t>‹#›</a:t>
            </a:fld>
            <a:endParaRPr lang="en-TH"/>
          </a:p>
        </p:txBody>
      </p:sp>
    </p:spTree>
    <p:extLst>
      <p:ext uri="{BB962C8B-B14F-4D97-AF65-F5344CB8AC3E}">
        <p14:creationId xmlns:p14="http://schemas.microsoft.com/office/powerpoint/2010/main" val="1436741932"/>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2F9E3027-820B-F848-AFCB-DB554C64DE3D}" type="datetime1">
              <a:rPr lang="en-US" smtClean="0"/>
              <a:t>10/20/25</a:t>
            </a:fld>
            <a:endParaRPr lang="en-TH"/>
          </a:p>
        </p:txBody>
      </p:sp>
      <p:sp>
        <p:nvSpPr>
          <p:cNvPr id="9" name="Footer Placeholder 8"/>
          <p:cNvSpPr>
            <a:spLocks noGrp="1"/>
          </p:cNvSpPr>
          <p:nvPr>
            <p:ph type="ftr" sz="quarter" idx="11"/>
          </p:nvPr>
        </p:nvSpPr>
        <p:spPr/>
        <p:txBody>
          <a:bodyPr/>
          <a:lstStyle/>
          <a:p>
            <a:endParaRPr lang="en-TH"/>
          </a:p>
        </p:txBody>
      </p:sp>
      <p:sp>
        <p:nvSpPr>
          <p:cNvPr id="10" name="Slide Number Placeholder 9"/>
          <p:cNvSpPr>
            <a:spLocks noGrp="1"/>
          </p:cNvSpPr>
          <p:nvPr>
            <p:ph type="sldNum" sz="quarter" idx="12"/>
          </p:nvPr>
        </p:nvSpPr>
        <p:spPr/>
        <p:txBody>
          <a:bodyPr/>
          <a:lstStyle/>
          <a:p>
            <a:fld id="{195D7342-CC80-6047-A3DE-3D7AEED4C2EB}" type="slidenum">
              <a:rPr lang="en-TH" smtClean="0"/>
              <a:t>‹#›</a:t>
            </a:fld>
            <a:endParaRPr lang="en-TH"/>
          </a:p>
        </p:txBody>
      </p:sp>
    </p:spTree>
    <p:extLst>
      <p:ext uri="{BB962C8B-B14F-4D97-AF65-F5344CB8AC3E}">
        <p14:creationId xmlns:p14="http://schemas.microsoft.com/office/powerpoint/2010/main" val="25569287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AAE8246A-B48B-D744-9CD9-0D1C073718C5}" type="datetime1">
              <a:rPr lang="en-US" smtClean="0"/>
              <a:t>10/20/25</a:t>
            </a:fld>
            <a:endParaRPr lang="en-TH"/>
          </a:p>
        </p:txBody>
      </p:sp>
      <p:sp>
        <p:nvSpPr>
          <p:cNvPr id="8" name="Footer Placeholder 7"/>
          <p:cNvSpPr>
            <a:spLocks noGrp="1"/>
          </p:cNvSpPr>
          <p:nvPr>
            <p:ph type="ftr" sz="quarter" idx="11"/>
          </p:nvPr>
        </p:nvSpPr>
        <p:spPr/>
        <p:txBody>
          <a:bodyPr/>
          <a:lstStyle/>
          <a:p>
            <a:endParaRPr lang="en-TH"/>
          </a:p>
        </p:txBody>
      </p:sp>
      <p:sp>
        <p:nvSpPr>
          <p:cNvPr id="9" name="Slide Number Placeholder 8"/>
          <p:cNvSpPr>
            <a:spLocks noGrp="1"/>
          </p:cNvSpPr>
          <p:nvPr>
            <p:ph type="sldNum" sz="quarter" idx="12"/>
          </p:nvPr>
        </p:nvSpPr>
        <p:spPr/>
        <p:txBody>
          <a:bodyPr/>
          <a:lstStyle/>
          <a:p>
            <a:fld id="{195D7342-CC80-6047-A3DE-3D7AEED4C2EB}" type="slidenum">
              <a:rPr lang="en-TH" smtClean="0"/>
              <a:t>‹#›</a:t>
            </a:fld>
            <a:endParaRPr lang="en-TH"/>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8550631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DD04930-E64F-CE4E-9386-B181015D6191}" type="datetime1">
              <a:rPr lang="en-US" smtClean="0"/>
              <a:t>10/20/25</a:t>
            </a:fld>
            <a:endParaRPr lang="en-TH"/>
          </a:p>
        </p:txBody>
      </p:sp>
      <p:sp>
        <p:nvSpPr>
          <p:cNvPr id="4" name="Footer Placeholder 3"/>
          <p:cNvSpPr>
            <a:spLocks noGrp="1"/>
          </p:cNvSpPr>
          <p:nvPr>
            <p:ph type="ftr" sz="quarter" idx="11"/>
          </p:nvPr>
        </p:nvSpPr>
        <p:spPr/>
        <p:txBody>
          <a:bodyPr/>
          <a:lstStyle/>
          <a:p>
            <a:endParaRPr lang="en-TH"/>
          </a:p>
        </p:txBody>
      </p:sp>
      <p:sp>
        <p:nvSpPr>
          <p:cNvPr id="5" name="Slide Number Placeholder 4"/>
          <p:cNvSpPr>
            <a:spLocks noGrp="1"/>
          </p:cNvSpPr>
          <p:nvPr>
            <p:ph type="sldNum" sz="quarter" idx="12"/>
          </p:nvPr>
        </p:nvSpPr>
        <p:spPr/>
        <p:txBody>
          <a:bodyPr/>
          <a:lstStyle/>
          <a:p>
            <a:fld id="{195D7342-CC80-6047-A3DE-3D7AEED4C2EB}" type="slidenum">
              <a:rPr lang="en-TH" smtClean="0"/>
              <a:t>‹#›</a:t>
            </a:fld>
            <a:endParaRPr lang="en-TH"/>
          </a:p>
        </p:txBody>
      </p:sp>
    </p:spTree>
    <p:extLst>
      <p:ext uri="{BB962C8B-B14F-4D97-AF65-F5344CB8AC3E}">
        <p14:creationId xmlns:p14="http://schemas.microsoft.com/office/powerpoint/2010/main" val="377074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539333-4E0E-6D41-8A4D-4F5110F9523E}" type="datetime1">
              <a:rPr lang="en-US" smtClean="0"/>
              <a:t>10/20/25</a:t>
            </a:fld>
            <a:endParaRPr lang="en-TH"/>
          </a:p>
        </p:txBody>
      </p:sp>
      <p:sp>
        <p:nvSpPr>
          <p:cNvPr id="3" name="Footer Placeholder 2"/>
          <p:cNvSpPr>
            <a:spLocks noGrp="1"/>
          </p:cNvSpPr>
          <p:nvPr>
            <p:ph type="ftr" sz="quarter" idx="11"/>
          </p:nvPr>
        </p:nvSpPr>
        <p:spPr/>
        <p:txBody>
          <a:bodyPr/>
          <a:lstStyle/>
          <a:p>
            <a:endParaRPr lang="en-TH"/>
          </a:p>
        </p:txBody>
      </p:sp>
      <p:sp>
        <p:nvSpPr>
          <p:cNvPr id="4" name="Slide Number Placeholder 3"/>
          <p:cNvSpPr>
            <a:spLocks noGrp="1"/>
          </p:cNvSpPr>
          <p:nvPr>
            <p:ph type="sldNum" sz="quarter" idx="12"/>
          </p:nvPr>
        </p:nvSpPr>
        <p:spPr/>
        <p:txBody>
          <a:bodyPr/>
          <a:lstStyle/>
          <a:p>
            <a:fld id="{195D7342-CC80-6047-A3DE-3D7AEED4C2EB}" type="slidenum">
              <a:rPr lang="en-TH" smtClean="0"/>
              <a:t>‹#›</a:t>
            </a:fld>
            <a:endParaRPr lang="en-TH"/>
          </a:p>
        </p:txBody>
      </p:sp>
    </p:spTree>
    <p:extLst>
      <p:ext uri="{BB962C8B-B14F-4D97-AF65-F5344CB8AC3E}">
        <p14:creationId xmlns:p14="http://schemas.microsoft.com/office/powerpoint/2010/main" val="3051129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515BCB3F-CBA3-F84D-9448-DC6DD207E267}" type="datetime1">
              <a:rPr lang="en-US" smtClean="0"/>
              <a:t>10/20/25</a:t>
            </a:fld>
            <a:endParaRPr lang="en-TH"/>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TH"/>
          </a:p>
        </p:txBody>
      </p:sp>
      <p:sp>
        <p:nvSpPr>
          <p:cNvPr id="11" name="Slide Number Placeholder 10"/>
          <p:cNvSpPr>
            <a:spLocks noGrp="1"/>
          </p:cNvSpPr>
          <p:nvPr>
            <p:ph type="sldNum" sz="quarter" idx="12"/>
          </p:nvPr>
        </p:nvSpPr>
        <p:spPr/>
        <p:txBody>
          <a:bodyPr/>
          <a:lstStyle/>
          <a:p>
            <a:fld id="{195D7342-CC80-6047-A3DE-3D7AEED4C2EB}" type="slidenum">
              <a:rPr lang="en-TH" smtClean="0"/>
              <a:t>‹#›</a:t>
            </a:fld>
            <a:endParaRPr lang="en-TH"/>
          </a:p>
        </p:txBody>
      </p:sp>
    </p:spTree>
    <p:extLst>
      <p:ext uri="{BB962C8B-B14F-4D97-AF65-F5344CB8AC3E}">
        <p14:creationId xmlns:p14="http://schemas.microsoft.com/office/powerpoint/2010/main" val="1349266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8C5462F7-B476-124E-8B18-E81CD6676147}" type="datetime1">
              <a:rPr lang="en-US" smtClean="0"/>
              <a:t>10/20/25</a:t>
            </a:fld>
            <a:endParaRPr lang="en-TH"/>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195D7342-CC80-6047-A3DE-3D7AEED4C2EB}" type="slidenum">
              <a:rPr lang="en-TH" smtClean="0"/>
              <a:t>‹#›</a:t>
            </a:fld>
            <a:endParaRPr lang="en-TH"/>
          </a:p>
        </p:txBody>
      </p:sp>
    </p:spTree>
    <p:extLst>
      <p:ext uri="{BB962C8B-B14F-4D97-AF65-F5344CB8AC3E}">
        <p14:creationId xmlns:p14="http://schemas.microsoft.com/office/powerpoint/2010/main" val="21688282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45A344-F051-BA40-8C08-62321858CC83}" type="datetime1">
              <a:rPr lang="en-US" smtClean="0"/>
              <a:t>10/20/25</a:t>
            </a:fld>
            <a:endParaRPr lang="en-TH"/>
          </a:p>
        </p:txBody>
      </p:sp>
      <p:sp>
        <p:nvSpPr>
          <p:cNvPr id="5" name="Footer Placeholder 4"/>
          <p:cNvSpPr>
            <a:spLocks noGrp="1"/>
          </p:cNvSpPr>
          <p:nvPr>
            <p:ph type="ftr" sz="quarter" idx="11"/>
          </p:nvPr>
        </p:nvSpPr>
        <p:spPr/>
        <p:txBody>
          <a:bodyPr/>
          <a:lstStyle/>
          <a:p>
            <a:endParaRPr lang="en-TH"/>
          </a:p>
        </p:txBody>
      </p:sp>
      <p:sp>
        <p:nvSpPr>
          <p:cNvPr id="6" name="Slide Number Placeholder 5"/>
          <p:cNvSpPr>
            <a:spLocks noGrp="1"/>
          </p:cNvSpPr>
          <p:nvPr>
            <p:ph type="sldNum" sz="quarter" idx="12"/>
          </p:nvPr>
        </p:nvSpPr>
        <p:spPr/>
        <p:txBody>
          <a:bodyPr/>
          <a:lstStyle/>
          <a:p>
            <a:fld id="{195D7342-CC80-6047-A3DE-3D7AEED4C2EB}" type="slidenum">
              <a:rPr lang="en-TH" smtClean="0"/>
              <a:t>‹#›</a:t>
            </a:fld>
            <a:endParaRPr lang="en-TH"/>
          </a:p>
        </p:txBody>
      </p:sp>
    </p:spTree>
    <p:extLst>
      <p:ext uri="{BB962C8B-B14F-4D97-AF65-F5344CB8AC3E}">
        <p14:creationId xmlns:p14="http://schemas.microsoft.com/office/powerpoint/2010/main" val="34439782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5DAC3E4-25B9-864E-9B94-1D6FCA1325FD}" type="datetime1">
              <a:rPr lang="en-US" smtClean="0"/>
              <a:t>10/20/25</a:t>
            </a:fld>
            <a:endParaRPr lang="en-TH"/>
          </a:p>
        </p:txBody>
      </p:sp>
      <p:sp>
        <p:nvSpPr>
          <p:cNvPr id="5" name="Footer Placeholder 4"/>
          <p:cNvSpPr>
            <a:spLocks noGrp="1"/>
          </p:cNvSpPr>
          <p:nvPr>
            <p:ph type="ftr" sz="quarter" idx="11"/>
          </p:nvPr>
        </p:nvSpPr>
        <p:spPr/>
        <p:txBody>
          <a:bodyPr/>
          <a:lstStyle/>
          <a:p>
            <a:endParaRPr lang="en-TH"/>
          </a:p>
        </p:txBody>
      </p:sp>
      <p:sp>
        <p:nvSpPr>
          <p:cNvPr id="6" name="Slide Number Placeholder 5"/>
          <p:cNvSpPr>
            <a:spLocks noGrp="1"/>
          </p:cNvSpPr>
          <p:nvPr>
            <p:ph type="sldNum" sz="quarter" idx="12"/>
          </p:nvPr>
        </p:nvSpPr>
        <p:spPr/>
        <p:txBody>
          <a:bodyPr/>
          <a:lstStyle/>
          <a:p>
            <a:fld id="{195D7342-CC80-6047-A3DE-3D7AEED4C2EB}" type="slidenum">
              <a:rPr lang="en-TH" smtClean="0"/>
              <a:t>‹#›</a:t>
            </a:fld>
            <a:endParaRPr lang="en-TH"/>
          </a:p>
        </p:txBody>
      </p:sp>
    </p:spTree>
    <p:extLst>
      <p:ext uri="{BB962C8B-B14F-4D97-AF65-F5344CB8AC3E}">
        <p14:creationId xmlns:p14="http://schemas.microsoft.com/office/powerpoint/2010/main" val="956449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87BBF983-C561-7545-8FC8-E54ECD3CE24D}" type="datetime1">
              <a:rPr lang="en-US" smtClean="0"/>
              <a:t>10/20/25</a:t>
            </a:fld>
            <a:endParaRPr lang="en-TH"/>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TH"/>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195D7342-CC80-6047-A3DE-3D7AEED4C2EB}" type="slidenum">
              <a:rPr lang="en-TH" smtClean="0"/>
              <a:t>‹#›</a:t>
            </a:fld>
            <a:endParaRPr lang="en-TH"/>
          </a:p>
        </p:txBody>
      </p:sp>
    </p:spTree>
    <p:extLst>
      <p:ext uri="{BB962C8B-B14F-4D97-AF65-F5344CB8AC3E}">
        <p14:creationId xmlns:p14="http://schemas.microsoft.com/office/powerpoint/2010/main" val="3785200155"/>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hf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customXml" Target="../ink/ink5.xml"/><Relationship Id="rId18" Type="http://schemas.openxmlformats.org/officeDocument/2006/relationships/image" Target="../media/image21.png"/><Relationship Id="rId26" Type="http://schemas.openxmlformats.org/officeDocument/2006/relationships/image" Target="../media/image25.png"/><Relationship Id="rId3" Type="http://schemas.openxmlformats.org/officeDocument/2006/relationships/customXml" Target="../ink/ink1.xml"/><Relationship Id="rId21" Type="http://schemas.openxmlformats.org/officeDocument/2006/relationships/customXml" Target="../ink/ink8.xml"/><Relationship Id="rId7" Type="http://schemas.openxmlformats.org/officeDocument/2006/relationships/customXml" Target="../ink/ink3.xml"/><Relationship Id="rId12" Type="http://schemas.openxmlformats.org/officeDocument/2006/relationships/image" Target="../media/image6.png"/><Relationship Id="rId17" Type="http://schemas.openxmlformats.org/officeDocument/2006/relationships/customXml" Target="../ink/ink6.xml"/><Relationship Id="rId25" Type="http://schemas.openxmlformats.org/officeDocument/2006/relationships/customXml" Target="../ink/ink10.xml"/><Relationship Id="rId2" Type="http://schemas.openxmlformats.org/officeDocument/2006/relationships/image" Target="../media/image12.png"/><Relationship Id="rId16" Type="http://schemas.openxmlformats.org/officeDocument/2006/relationships/image" Target="../media/image20.png"/><Relationship Id="rId20"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7.png"/><Relationship Id="rId24" Type="http://schemas.openxmlformats.org/officeDocument/2006/relationships/image" Target="../media/image24.png"/><Relationship Id="rId5" Type="http://schemas.openxmlformats.org/officeDocument/2006/relationships/customXml" Target="../ink/ink2.xml"/><Relationship Id="rId15" Type="http://schemas.openxmlformats.org/officeDocument/2006/relationships/image" Target="../media/image19.png"/><Relationship Id="rId23" Type="http://schemas.openxmlformats.org/officeDocument/2006/relationships/customXml" Target="../ink/ink9.xml"/><Relationship Id="rId10" Type="http://schemas.openxmlformats.org/officeDocument/2006/relationships/customXml" Target="../ink/ink4.xml"/><Relationship Id="rId19" Type="http://schemas.openxmlformats.org/officeDocument/2006/relationships/customXml" Target="../ink/ink7.xml"/><Relationship Id="rId4" Type="http://schemas.openxmlformats.org/officeDocument/2006/relationships/image" Target="../media/image13.png"/><Relationship Id="rId9" Type="http://schemas.openxmlformats.org/officeDocument/2006/relationships/image" Target="../media/image16.png"/><Relationship Id="rId14" Type="http://schemas.openxmlformats.org/officeDocument/2006/relationships/image" Target="../media/image18.png"/><Relationship Id="rId22" Type="http://schemas.openxmlformats.org/officeDocument/2006/relationships/image" Target="../media/image23.png"/></Relationships>
</file>

<file path=ppt/slides/_rels/slide1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customXml" Target="../ink/ink11.xml"/><Relationship Id="rId7" Type="http://schemas.openxmlformats.org/officeDocument/2006/relationships/customXml" Target="../ink/ink13.xml"/><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image" Target="../media/image26.png"/><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customXml" Target="../ink/ink15.xml"/><Relationship Id="rId5" Type="http://schemas.openxmlformats.org/officeDocument/2006/relationships/customXml" Target="../ink/ink12.xml"/><Relationship Id="rId15" Type="http://schemas.openxmlformats.org/officeDocument/2006/relationships/image" Target="../media/image34.png"/><Relationship Id="rId10" Type="http://schemas.openxmlformats.org/officeDocument/2006/relationships/image" Target="../media/image30.png"/><Relationship Id="rId19" Type="http://schemas.openxmlformats.org/officeDocument/2006/relationships/image" Target="../media/image38.png"/><Relationship Id="rId4" Type="http://schemas.openxmlformats.org/officeDocument/2006/relationships/image" Target="../media/image27.png"/><Relationship Id="rId9" Type="http://schemas.openxmlformats.org/officeDocument/2006/relationships/customXml" Target="../ink/ink14.xml"/><Relationship Id="rId14" Type="http://schemas.openxmlformats.org/officeDocument/2006/relationships/image" Target="../media/image33.png"/></Relationships>
</file>

<file path=ppt/slides/_rels/slide11.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7.png"/><Relationship Id="rId7" Type="http://schemas.openxmlformats.org/officeDocument/2006/relationships/image" Target="../media/image42.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41.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customXml" Target="../ink/ink21.xml"/><Relationship Id="rId18" Type="http://schemas.openxmlformats.org/officeDocument/2006/relationships/image" Target="../media/image55.png"/><Relationship Id="rId3" Type="http://schemas.openxmlformats.org/officeDocument/2006/relationships/customXml" Target="../ink/ink16.xml"/><Relationship Id="rId21" Type="http://schemas.openxmlformats.org/officeDocument/2006/relationships/customXml" Target="../ink/ink25.xml"/><Relationship Id="rId7" Type="http://schemas.openxmlformats.org/officeDocument/2006/relationships/customXml" Target="../ink/ink18.xml"/><Relationship Id="rId12" Type="http://schemas.openxmlformats.org/officeDocument/2006/relationships/image" Target="../media/image52.png"/><Relationship Id="rId17" Type="http://schemas.openxmlformats.org/officeDocument/2006/relationships/customXml" Target="../ink/ink23.xml"/><Relationship Id="rId2" Type="http://schemas.openxmlformats.org/officeDocument/2006/relationships/image" Target="../media/image46.png"/><Relationship Id="rId16" Type="http://schemas.openxmlformats.org/officeDocument/2006/relationships/image" Target="../media/image54.png"/><Relationship Id="rId20"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49.png"/><Relationship Id="rId11" Type="http://schemas.openxmlformats.org/officeDocument/2006/relationships/customXml" Target="../ink/ink20.xml"/><Relationship Id="rId5" Type="http://schemas.openxmlformats.org/officeDocument/2006/relationships/customXml" Target="../ink/ink17.xml"/><Relationship Id="rId15" Type="http://schemas.openxmlformats.org/officeDocument/2006/relationships/customXml" Target="../ink/ink22.xml"/><Relationship Id="rId10" Type="http://schemas.openxmlformats.org/officeDocument/2006/relationships/image" Target="../media/image51.png"/><Relationship Id="rId19" Type="http://schemas.openxmlformats.org/officeDocument/2006/relationships/customXml" Target="../ink/ink24.xml"/><Relationship Id="rId4" Type="http://schemas.openxmlformats.org/officeDocument/2006/relationships/image" Target="../media/image48.png"/><Relationship Id="rId9" Type="http://schemas.openxmlformats.org/officeDocument/2006/relationships/customXml" Target="../ink/ink19.xml"/><Relationship Id="rId14" Type="http://schemas.openxmlformats.org/officeDocument/2006/relationships/image" Target="../media/image53.png"/><Relationship Id="rId22" Type="http://schemas.openxmlformats.org/officeDocument/2006/relationships/image" Target="../media/image57.png"/></Relationships>
</file>

<file path=ppt/slides/_rels/slide14.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3.png"/><Relationship Id="rId7" Type="http://schemas.openxmlformats.org/officeDocument/2006/relationships/customXml" Target="../ink/ink27.xml"/><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customXml" Target="../ink/ink26.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CF696-8452-9941-E4B9-09637DC55F63}"/>
              </a:ext>
            </a:extLst>
          </p:cNvPr>
          <p:cNvSpPr>
            <a:spLocks noGrp="1"/>
          </p:cNvSpPr>
          <p:nvPr>
            <p:ph type="ctrTitle"/>
          </p:nvPr>
        </p:nvSpPr>
        <p:spPr/>
        <p:txBody>
          <a:bodyPr/>
          <a:lstStyle/>
          <a:p>
            <a:r>
              <a:rPr lang="en-TH" dirty="0"/>
              <a:t>Kyber NTT</a:t>
            </a:r>
          </a:p>
        </p:txBody>
      </p:sp>
      <p:sp>
        <p:nvSpPr>
          <p:cNvPr id="3" name="Subtitle 2">
            <a:extLst>
              <a:ext uri="{FF2B5EF4-FFF2-40B4-BE49-F238E27FC236}">
                <a16:creationId xmlns:a16="http://schemas.microsoft.com/office/drawing/2014/main" id="{F1BBBB18-9470-FDD5-BBBC-B625A3D0FD4B}"/>
              </a:ext>
            </a:extLst>
          </p:cNvPr>
          <p:cNvSpPr>
            <a:spLocks noGrp="1"/>
          </p:cNvSpPr>
          <p:nvPr>
            <p:ph type="subTitle" idx="1"/>
          </p:nvPr>
        </p:nvSpPr>
        <p:spPr/>
        <p:txBody>
          <a:bodyPr/>
          <a:lstStyle/>
          <a:p>
            <a:r>
              <a:rPr lang="en-TH" dirty="0"/>
              <a:t>Panupong Sangaphunchai</a:t>
            </a:r>
          </a:p>
          <a:p>
            <a:r>
              <a:rPr lang="en-TH" dirty="0"/>
              <a:t>13 Oct 2025</a:t>
            </a:r>
          </a:p>
        </p:txBody>
      </p:sp>
      <p:sp>
        <p:nvSpPr>
          <p:cNvPr id="6" name="Slide Number Placeholder 5">
            <a:extLst>
              <a:ext uri="{FF2B5EF4-FFF2-40B4-BE49-F238E27FC236}">
                <a16:creationId xmlns:a16="http://schemas.microsoft.com/office/drawing/2014/main" id="{785AFCBF-4109-B1FF-33EB-F84BB851F0DA}"/>
              </a:ext>
            </a:extLst>
          </p:cNvPr>
          <p:cNvSpPr>
            <a:spLocks noGrp="1"/>
          </p:cNvSpPr>
          <p:nvPr>
            <p:ph type="sldNum" sz="quarter" idx="12"/>
          </p:nvPr>
        </p:nvSpPr>
        <p:spPr/>
        <p:txBody>
          <a:bodyPr/>
          <a:lstStyle/>
          <a:p>
            <a:fld id="{195D7342-CC80-6047-A3DE-3D7AEED4C2EB}" type="slidenum">
              <a:rPr lang="en-TH" smtClean="0"/>
              <a:t>1</a:t>
            </a:fld>
            <a:endParaRPr lang="en-TH"/>
          </a:p>
        </p:txBody>
      </p:sp>
    </p:spTree>
    <p:extLst>
      <p:ext uri="{BB962C8B-B14F-4D97-AF65-F5344CB8AC3E}">
        <p14:creationId xmlns:p14="http://schemas.microsoft.com/office/powerpoint/2010/main" val="346530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CE013-79AF-AE00-E9FC-7540AF75DDB4}"/>
              </a:ext>
            </a:extLst>
          </p:cNvPr>
          <p:cNvSpPr>
            <a:spLocks noGrp="1"/>
          </p:cNvSpPr>
          <p:nvPr>
            <p:ph type="title"/>
          </p:nvPr>
        </p:nvSpPr>
        <p:spPr/>
        <p:txBody>
          <a:bodyPr/>
          <a:lstStyle/>
          <a:p>
            <a:r>
              <a:rPr lang="en-TH" dirty="0"/>
              <a:t>Recall</a:t>
            </a:r>
          </a:p>
        </p:txBody>
      </p:sp>
      <p:sp>
        <p:nvSpPr>
          <p:cNvPr id="3" name="Content Placeholder 2">
            <a:extLst>
              <a:ext uri="{FF2B5EF4-FFF2-40B4-BE49-F238E27FC236}">
                <a16:creationId xmlns:a16="http://schemas.microsoft.com/office/drawing/2014/main" id="{E78A0D9C-E52C-6070-12DD-40C6A99F0ABD}"/>
              </a:ext>
            </a:extLst>
          </p:cNvPr>
          <p:cNvSpPr>
            <a:spLocks noGrp="1"/>
          </p:cNvSpPr>
          <p:nvPr>
            <p:ph idx="1"/>
          </p:nvPr>
        </p:nvSpPr>
        <p:spPr/>
        <p:txBody>
          <a:bodyPr/>
          <a:lstStyle/>
          <a:p>
            <a:endParaRPr lang="en-TH"/>
          </a:p>
        </p:txBody>
      </p:sp>
      <p:sp>
        <p:nvSpPr>
          <p:cNvPr id="4" name="Slide Number Placeholder 3">
            <a:extLst>
              <a:ext uri="{FF2B5EF4-FFF2-40B4-BE49-F238E27FC236}">
                <a16:creationId xmlns:a16="http://schemas.microsoft.com/office/drawing/2014/main" id="{E0099C11-C842-9862-EE7E-B730A6C352BC}"/>
              </a:ext>
            </a:extLst>
          </p:cNvPr>
          <p:cNvSpPr>
            <a:spLocks noGrp="1"/>
          </p:cNvSpPr>
          <p:nvPr>
            <p:ph type="sldNum" sz="quarter" idx="12"/>
          </p:nvPr>
        </p:nvSpPr>
        <p:spPr/>
        <p:txBody>
          <a:bodyPr/>
          <a:lstStyle/>
          <a:p>
            <a:fld id="{195D7342-CC80-6047-A3DE-3D7AEED4C2EB}" type="slidenum">
              <a:rPr lang="en-TH" smtClean="0"/>
              <a:t>2</a:t>
            </a:fld>
            <a:endParaRPr lang="en-TH"/>
          </a:p>
        </p:txBody>
      </p:sp>
      <p:pic>
        <p:nvPicPr>
          <p:cNvPr id="5" name="Picture 4">
            <a:extLst>
              <a:ext uri="{FF2B5EF4-FFF2-40B4-BE49-F238E27FC236}">
                <a16:creationId xmlns:a16="http://schemas.microsoft.com/office/drawing/2014/main" id="{F5BC4333-9C26-1DEB-9077-69FD190434FC}"/>
              </a:ext>
            </a:extLst>
          </p:cNvPr>
          <p:cNvPicPr>
            <a:picLocks noChangeAspect="1"/>
          </p:cNvPicPr>
          <p:nvPr/>
        </p:nvPicPr>
        <p:blipFill>
          <a:blip r:embed="rId2"/>
          <a:stretch>
            <a:fillRect/>
          </a:stretch>
        </p:blipFill>
        <p:spPr>
          <a:xfrm>
            <a:off x="2109440" y="2347187"/>
            <a:ext cx="7772400" cy="4236493"/>
          </a:xfrm>
          <a:prstGeom prst="rect">
            <a:avLst/>
          </a:prstGeom>
        </p:spPr>
      </p:pic>
    </p:spTree>
    <p:extLst>
      <p:ext uri="{BB962C8B-B14F-4D97-AF65-F5344CB8AC3E}">
        <p14:creationId xmlns:p14="http://schemas.microsoft.com/office/powerpoint/2010/main" val="310574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D72E3-ECE4-8EBE-C8D2-EDBC9D09B1D3}"/>
              </a:ext>
            </a:extLst>
          </p:cNvPr>
          <p:cNvSpPr>
            <a:spLocks noGrp="1"/>
          </p:cNvSpPr>
          <p:nvPr>
            <p:ph type="title"/>
          </p:nvPr>
        </p:nvSpPr>
        <p:spPr/>
        <p:txBody>
          <a:bodyPr/>
          <a:lstStyle/>
          <a:p>
            <a:r>
              <a:rPr lang="en-TH" dirty="0"/>
              <a:t>Recall</a:t>
            </a:r>
          </a:p>
        </p:txBody>
      </p:sp>
      <p:sp>
        <p:nvSpPr>
          <p:cNvPr id="3" name="Content Placeholder 2">
            <a:extLst>
              <a:ext uri="{FF2B5EF4-FFF2-40B4-BE49-F238E27FC236}">
                <a16:creationId xmlns:a16="http://schemas.microsoft.com/office/drawing/2014/main" id="{AD456870-DE7E-BB71-E7EB-EDDFB3D758C5}"/>
              </a:ext>
            </a:extLst>
          </p:cNvPr>
          <p:cNvSpPr>
            <a:spLocks noGrp="1"/>
          </p:cNvSpPr>
          <p:nvPr>
            <p:ph idx="1"/>
          </p:nvPr>
        </p:nvSpPr>
        <p:spPr>
          <a:xfrm>
            <a:off x="467650" y="2398559"/>
            <a:ext cx="7729728" cy="3101983"/>
          </a:xfrm>
        </p:spPr>
        <p:txBody>
          <a:bodyPr/>
          <a:lstStyle/>
          <a:p>
            <a:r>
              <a:rPr lang="en-TH" dirty="0"/>
              <a:t>Iterative NTT</a:t>
            </a:r>
          </a:p>
        </p:txBody>
      </p:sp>
      <p:pic>
        <p:nvPicPr>
          <p:cNvPr id="7" name="Picture 6">
            <a:extLst>
              <a:ext uri="{FF2B5EF4-FFF2-40B4-BE49-F238E27FC236}">
                <a16:creationId xmlns:a16="http://schemas.microsoft.com/office/drawing/2014/main" id="{1B746064-91AA-5127-E49B-12E384D1062B}"/>
              </a:ext>
            </a:extLst>
          </p:cNvPr>
          <p:cNvPicPr>
            <a:picLocks noChangeAspect="1"/>
          </p:cNvPicPr>
          <p:nvPr/>
        </p:nvPicPr>
        <p:blipFill>
          <a:blip r:embed="rId2"/>
          <a:stretch>
            <a:fillRect/>
          </a:stretch>
        </p:blipFill>
        <p:spPr>
          <a:xfrm>
            <a:off x="467650" y="3224251"/>
            <a:ext cx="5628350" cy="3369083"/>
          </a:xfrm>
          <a:prstGeom prst="rect">
            <a:avLst/>
          </a:prstGeom>
        </p:spPr>
      </p:pic>
      <p:pic>
        <p:nvPicPr>
          <p:cNvPr id="8" name="Picture 7">
            <a:extLst>
              <a:ext uri="{FF2B5EF4-FFF2-40B4-BE49-F238E27FC236}">
                <a16:creationId xmlns:a16="http://schemas.microsoft.com/office/drawing/2014/main" id="{B0E7A187-E48A-545E-A5BB-8F0820AA0206}"/>
              </a:ext>
            </a:extLst>
          </p:cNvPr>
          <p:cNvPicPr>
            <a:picLocks noChangeAspect="1"/>
          </p:cNvPicPr>
          <p:nvPr/>
        </p:nvPicPr>
        <p:blipFill>
          <a:blip r:embed="rId3"/>
          <a:stretch>
            <a:fillRect/>
          </a:stretch>
        </p:blipFill>
        <p:spPr>
          <a:xfrm>
            <a:off x="6426782" y="2353122"/>
            <a:ext cx="5297568" cy="4240212"/>
          </a:xfrm>
          <a:prstGeom prst="rect">
            <a:avLst/>
          </a:prstGeom>
        </p:spPr>
      </p:pic>
      <p:sp>
        <p:nvSpPr>
          <p:cNvPr id="10" name="Slide Number Placeholder 9">
            <a:extLst>
              <a:ext uri="{FF2B5EF4-FFF2-40B4-BE49-F238E27FC236}">
                <a16:creationId xmlns:a16="http://schemas.microsoft.com/office/drawing/2014/main" id="{4361EC59-5413-6509-8F49-3B55BFA2F7F2}"/>
              </a:ext>
            </a:extLst>
          </p:cNvPr>
          <p:cNvSpPr>
            <a:spLocks noGrp="1"/>
          </p:cNvSpPr>
          <p:nvPr>
            <p:ph type="sldNum" sz="quarter" idx="12"/>
          </p:nvPr>
        </p:nvSpPr>
        <p:spPr/>
        <p:txBody>
          <a:bodyPr/>
          <a:lstStyle/>
          <a:p>
            <a:fld id="{195D7342-CC80-6047-A3DE-3D7AEED4C2EB}" type="slidenum">
              <a:rPr lang="en-TH" smtClean="0"/>
              <a:t>3</a:t>
            </a:fld>
            <a:endParaRPr lang="en-TH"/>
          </a:p>
        </p:txBody>
      </p:sp>
    </p:spTree>
    <p:extLst>
      <p:ext uri="{BB962C8B-B14F-4D97-AF65-F5344CB8AC3E}">
        <p14:creationId xmlns:p14="http://schemas.microsoft.com/office/powerpoint/2010/main" val="13112523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BBA82-8977-9209-5DA3-66FEE8E3173D}"/>
              </a:ext>
            </a:extLst>
          </p:cNvPr>
          <p:cNvSpPr>
            <a:spLocks noGrp="1"/>
          </p:cNvSpPr>
          <p:nvPr>
            <p:ph type="title"/>
          </p:nvPr>
        </p:nvSpPr>
        <p:spPr>
          <a:xfrm>
            <a:off x="2231136" y="710937"/>
            <a:ext cx="7729728" cy="1188720"/>
          </a:xfrm>
        </p:spPr>
        <p:txBody>
          <a:bodyPr/>
          <a:lstStyle/>
          <a:p>
            <a:r>
              <a:rPr lang="en-TH" dirty="0"/>
              <a:t>Recall</a:t>
            </a:r>
          </a:p>
        </p:txBody>
      </p:sp>
      <p:sp>
        <p:nvSpPr>
          <p:cNvPr id="3" name="Content Placeholder 2">
            <a:extLst>
              <a:ext uri="{FF2B5EF4-FFF2-40B4-BE49-F238E27FC236}">
                <a16:creationId xmlns:a16="http://schemas.microsoft.com/office/drawing/2014/main" id="{B734DB14-0751-2A5E-E721-3C7715E78455}"/>
              </a:ext>
            </a:extLst>
          </p:cNvPr>
          <p:cNvSpPr>
            <a:spLocks noGrp="1"/>
          </p:cNvSpPr>
          <p:nvPr>
            <p:ph idx="1"/>
          </p:nvPr>
        </p:nvSpPr>
        <p:spPr/>
        <p:txBody>
          <a:bodyPr/>
          <a:lstStyle/>
          <a:p>
            <a:endParaRPr lang="en-TH"/>
          </a:p>
        </p:txBody>
      </p:sp>
      <p:sp>
        <p:nvSpPr>
          <p:cNvPr id="4" name="Slide Number Placeholder 3">
            <a:extLst>
              <a:ext uri="{FF2B5EF4-FFF2-40B4-BE49-F238E27FC236}">
                <a16:creationId xmlns:a16="http://schemas.microsoft.com/office/drawing/2014/main" id="{9782D78F-DA37-9529-3651-DBCDAE1C0420}"/>
              </a:ext>
            </a:extLst>
          </p:cNvPr>
          <p:cNvSpPr>
            <a:spLocks noGrp="1"/>
          </p:cNvSpPr>
          <p:nvPr>
            <p:ph type="sldNum" sz="quarter" idx="12"/>
          </p:nvPr>
        </p:nvSpPr>
        <p:spPr/>
        <p:txBody>
          <a:bodyPr/>
          <a:lstStyle/>
          <a:p>
            <a:fld id="{195D7342-CC80-6047-A3DE-3D7AEED4C2EB}" type="slidenum">
              <a:rPr lang="en-TH" smtClean="0"/>
              <a:t>4</a:t>
            </a:fld>
            <a:endParaRPr lang="en-TH"/>
          </a:p>
        </p:txBody>
      </p:sp>
      <p:pic>
        <p:nvPicPr>
          <p:cNvPr id="6" name="Picture 5">
            <a:extLst>
              <a:ext uri="{FF2B5EF4-FFF2-40B4-BE49-F238E27FC236}">
                <a16:creationId xmlns:a16="http://schemas.microsoft.com/office/drawing/2014/main" id="{CC826862-05F3-2FAE-C398-D5256440D977}"/>
              </a:ext>
            </a:extLst>
          </p:cNvPr>
          <p:cNvPicPr>
            <a:picLocks noChangeAspect="1"/>
          </p:cNvPicPr>
          <p:nvPr/>
        </p:nvPicPr>
        <p:blipFill>
          <a:blip r:embed="rId2"/>
          <a:stretch>
            <a:fillRect/>
          </a:stretch>
        </p:blipFill>
        <p:spPr>
          <a:xfrm>
            <a:off x="2231136" y="2194193"/>
            <a:ext cx="7772400" cy="4434730"/>
          </a:xfrm>
          <a:prstGeom prst="rect">
            <a:avLst/>
          </a:prstGeom>
        </p:spPr>
      </p:pic>
    </p:spTree>
    <p:extLst>
      <p:ext uri="{BB962C8B-B14F-4D97-AF65-F5344CB8AC3E}">
        <p14:creationId xmlns:p14="http://schemas.microsoft.com/office/powerpoint/2010/main" val="31118812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1B0BA-8475-ED12-F786-367ED039518A}"/>
              </a:ext>
            </a:extLst>
          </p:cNvPr>
          <p:cNvSpPr>
            <a:spLocks noGrp="1"/>
          </p:cNvSpPr>
          <p:nvPr>
            <p:ph type="title"/>
          </p:nvPr>
        </p:nvSpPr>
        <p:spPr>
          <a:xfrm>
            <a:off x="2231136" y="1014530"/>
            <a:ext cx="7729728" cy="1188720"/>
          </a:xfrm>
        </p:spPr>
        <p:txBody>
          <a:bodyPr/>
          <a:lstStyle/>
          <a:p>
            <a:r>
              <a:rPr lang="en-TH" dirty="0"/>
              <a:t>Reduced reduction steps</a:t>
            </a:r>
          </a:p>
        </p:txBody>
      </p:sp>
      <p:pic>
        <p:nvPicPr>
          <p:cNvPr id="5" name="Picture 4">
            <a:extLst>
              <a:ext uri="{FF2B5EF4-FFF2-40B4-BE49-F238E27FC236}">
                <a16:creationId xmlns:a16="http://schemas.microsoft.com/office/drawing/2014/main" id="{E8881E3F-17AC-6B29-CFF9-F80F71C923E4}"/>
              </a:ext>
            </a:extLst>
          </p:cNvPr>
          <p:cNvPicPr>
            <a:picLocks noChangeAspect="1"/>
          </p:cNvPicPr>
          <p:nvPr/>
        </p:nvPicPr>
        <p:blipFill>
          <a:blip r:embed="rId2"/>
          <a:stretch>
            <a:fillRect/>
          </a:stretch>
        </p:blipFill>
        <p:spPr>
          <a:xfrm>
            <a:off x="2106935" y="2417334"/>
            <a:ext cx="3221943" cy="2749938"/>
          </a:xfrm>
          <a:prstGeom prst="rect">
            <a:avLst/>
          </a:prstGeom>
        </p:spPr>
      </p:pic>
      <p:pic>
        <p:nvPicPr>
          <p:cNvPr id="7" name="Picture 6">
            <a:extLst>
              <a:ext uri="{FF2B5EF4-FFF2-40B4-BE49-F238E27FC236}">
                <a16:creationId xmlns:a16="http://schemas.microsoft.com/office/drawing/2014/main" id="{30F2C083-6DA6-422F-D85D-7DE283D157F9}"/>
              </a:ext>
            </a:extLst>
          </p:cNvPr>
          <p:cNvPicPr>
            <a:picLocks noChangeAspect="1"/>
          </p:cNvPicPr>
          <p:nvPr/>
        </p:nvPicPr>
        <p:blipFill>
          <a:blip r:embed="rId3"/>
          <a:stretch>
            <a:fillRect/>
          </a:stretch>
        </p:blipFill>
        <p:spPr>
          <a:xfrm>
            <a:off x="5607289" y="3031296"/>
            <a:ext cx="3362213" cy="2123121"/>
          </a:xfrm>
          <a:prstGeom prst="rect">
            <a:avLst/>
          </a:prstGeom>
        </p:spPr>
      </p:pic>
      <p:pic>
        <p:nvPicPr>
          <p:cNvPr id="10" name="Picture 9">
            <a:extLst>
              <a:ext uri="{FF2B5EF4-FFF2-40B4-BE49-F238E27FC236}">
                <a16:creationId xmlns:a16="http://schemas.microsoft.com/office/drawing/2014/main" id="{71176E6A-E4C7-7B70-A158-3710FE16C5A7}"/>
              </a:ext>
            </a:extLst>
          </p:cNvPr>
          <p:cNvPicPr>
            <a:picLocks noChangeAspect="1"/>
          </p:cNvPicPr>
          <p:nvPr/>
        </p:nvPicPr>
        <p:blipFill>
          <a:blip r:embed="rId4"/>
          <a:stretch>
            <a:fillRect/>
          </a:stretch>
        </p:blipFill>
        <p:spPr>
          <a:xfrm>
            <a:off x="2106935" y="5253697"/>
            <a:ext cx="4491716" cy="1353327"/>
          </a:xfrm>
          <a:prstGeom prst="rect">
            <a:avLst/>
          </a:prstGeom>
        </p:spPr>
      </p:pic>
      <p:pic>
        <p:nvPicPr>
          <p:cNvPr id="11" name="Picture 10">
            <a:extLst>
              <a:ext uri="{FF2B5EF4-FFF2-40B4-BE49-F238E27FC236}">
                <a16:creationId xmlns:a16="http://schemas.microsoft.com/office/drawing/2014/main" id="{B2C9AE60-540D-B998-3DC1-6417355BF19A}"/>
              </a:ext>
            </a:extLst>
          </p:cNvPr>
          <p:cNvPicPr>
            <a:picLocks noChangeAspect="1"/>
          </p:cNvPicPr>
          <p:nvPr/>
        </p:nvPicPr>
        <p:blipFill>
          <a:blip r:embed="rId5"/>
          <a:srcRect l="8244" t="36873" r="60107" b="33142"/>
          <a:stretch>
            <a:fillRect/>
          </a:stretch>
        </p:blipFill>
        <p:spPr>
          <a:xfrm>
            <a:off x="7467600" y="3506249"/>
            <a:ext cx="1234440" cy="189766"/>
          </a:xfrm>
          <a:prstGeom prst="rect">
            <a:avLst/>
          </a:prstGeom>
        </p:spPr>
      </p:pic>
      <p:cxnSp>
        <p:nvCxnSpPr>
          <p:cNvPr id="15" name="Straight Arrow Connector 14">
            <a:extLst>
              <a:ext uri="{FF2B5EF4-FFF2-40B4-BE49-F238E27FC236}">
                <a16:creationId xmlns:a16="http://schemas.microsoft.com/office/drawing/2014/main" id="{0429BED8-9A55-01BF-AA7E-3DC87D490CAC}"/>
              </a:ext>
            </a:extLst>
          </p:cNvPr>
          <p:cNvCxnSpPr/>
          <p:nvPr/>
        </p:nvCxnSpPr>
        <p:spPr>
          <a:xfrm>
            <a:off x="7117080" y="3348614"/>
            <a:ext cx="388620" cy="1447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EFB1110C-E070-AC03-E960-51469B00F7EA}"/>
                  </a:ext>
                </a:extLst>
              </p:cNvPr>
              <p:cNvSpPr txBox="1"/>
              <p:nvPr/>
            </p:nvSpPr>
            <p:spPr>
              <a:xfrm>
                <a:off x="4172578" y="4736995"/>
                <a:ext cx="4107180" cy="417422"/>
              </a:xfrm>
              <a:prstGeom prst="rect">
                <a:avLst/>
              </a:prstGeom>
              <a:noFill/>
            </p:spPr>
            <p:txBody>
              <a:bodyPr wrap="square">
                <a:spAutoFit/>
              </a:bodyPr>
              <a:lstStyle/>
              <a:p>
                <a:r>
                  <a:rPr lang="en-US" sz="700" dirty="0">
                    <a:latin typeface="Angsana New" panose="02020603050405020304" pitchFamily="18" charset="-34"/>
                    <a:cs typeface="Angsana New" panose="02020603050405020304" pitchFamily="18" charset="-34"/>
                  </a:rPr>
                  <a:t>Finding roots for </a:t>
                </a:r>
              </a:p>
              <a:p>
                <a:r>
                  <a:rPr lang="en-US" sz="700" dirty="0">
                    <a:latin typeface="Angsana New" panose="02020603050405020304" pitchFamily="18" charset="-34"/>
                    <a:cs typeface="Angsana New" panose="02020603050405020304" pitchFamily="18" charset="-34"/>
                  </a:rPr>
                  <a:t>negative wrapped convolution.</a:t>
                </a:r>
                <a:r>
                  <a:rPr lang="ar-AE" sz="700" dirty="0">
                    <a:latin typeface="Angsana New" panose="02020603050405020304" pitchFamily="18" charset="-34"/>
                  </a:rPr>
                  <a:t> </a:t>
                </a:r>
                <a14:m>
                  <m:oMath xmlns:m="http://schemas.openxmlformats.org/officeDocument/2006/math">
                    <m:sSup>
                      <m:sSupPr>
                        <m:ctrlPr>
                          <a:rPr lang="ar-AE" sz="700" i="1">
                            <a:latin typeface="Cambria Math" panose="02040503050406030204" pitchFamily="18" charset="0"/>
                          </a:rPr>
                        </m:ctrlPr>
                      </m:sSupPr>
                      <m:e>
                        <m:r>
                          <a:rPr lang="ar-AE" sz="700" i="1">
                            <a:latin typeface="Cambria Math" panose="02040503050406030204" pitchFamily="18" charset="0"/>
                          </a:rPr>
                          <m:t>𝑥</m:t>
                        </m:r>
                      </m:e>
                      <m:sup>
                        <m:r>
                          <a:rPr lang="ar-AE" sz="700" i="1">
                            <a:latin typeface="Cambria Math" panose="02040503050406030204" pitchFamily="18" charset="0"/>
                          </a:rPr>
                          <m:t>𝑑</m:t>
                        </m:r>
                      </m:sup>
                    </m:sSup>
                    <m:r>
                      <a:rPr lang="ar-AE" sz="700">
                        <a:latin typeface="Cambria Math" panose="02040503050406030204" pitchFamily="18" charset="0"/>
                      </a:rPr>
                      <m:t>+1</m:t>
                    </m:r>
                  </m:oMath>
                </a14:m>
                <a:br>
                  <a:rPr lang="en-US" sz="700" dirty="0">
                    <a:latin typeface="Angsana New" panose="02020603050405020304" pitchFamily="18" charset="-34"/>
                    <a:cs typeface="Angsana New" panose="02020603050405020304" pitchFamily="18" charset="-34"/>
                  </a:rPr>
                </a:br>
                <a:endParaRPr lang="en-TH" sz="700" dirty="0"/>
              </a:p>
            </p:txBody>
          </p:sp>
        </mc:Choice>
        <mc:Fallback xmlns="">
          <p:sp>
            <p:nvSpPr>
              <p:cNvPr id="18" name="TextBox 17">
                <a:extLst>
                  <a:ext uri="{FF2B5EF4-FFF2-40B4-BE49-F238E27FC236}">
                    <a16:creationId xmlns:a16="http://schemas.microsoft.com/office/drawing/2014/main" id="{EFB1110C-E070-AC03-E960-51469B00F7EA}"/>
                  </a:ext>
                </a:extLst>
              </p:cNvPr>
              <p:cNvSpPr txBox="1">
                <a:spLocks noRot="1" noChangeAspect="1" noMove="1" noResize="1" noEditPoints="1" noAdjustHandles="1" noChangeArrowheads="1" noChangeShapeType="1" noTextEdit="1"/>
              </p:cNvSpPr>
              <p:nvPr/>
            </p:nvSpPr>
            <p:spPr>
              <a:xfrm>
                <a:off x="4172578" y="4736995"/>
                <a:ext cx="4107180" cy="417422"/>
              </a:xfrm>
              <a:prstGeom prst="rect">
                <a:avLst/>
              </a:prstGeom>
              <a:blipFill>
                <a:blip r:embed="rId6"/>
                <a:stretch>
                  <a:fillRect/>
                </a:stretch>
              </a:blipFill>
            </p:spPr>
            <p:txBody>
              <a:bodyPr/>
              <a:lstStyle/>
              <a:p>
                <a:r>
                  <a:rPr lang="en-TH">
                    <a:noFill/>
                  </a:rPr>
                  <a:t> </a:t>
                </a:r>
              </a:p>
            </p:txBody>
          </p:sp>
        </mc:Fallback>
      </mc:AlternateContent>
      <p:pic>
        <p:nvPicPr>
          <p:cNvPr id="19" name="Picture 18">
            <a:extLst>
              <a:ext uri="{FF2B5EF4-FFF2-40B4-BE49-F238E27FC236}">
                <a16:creationId xmlns:a16="http://schemas.microsoft.com/office/drawing/2014/main" id="{AEFC545C-1407-2710-9955-66D97613D507}"/>
              </a:ext>
            </a:extLst>
          </p:cNvPr>
          <p:cNvPicPr>
            <a:picLocks noChangeAspect="1"/>
          </p:cNvPicPr>
          <p:nvPr/>
        </p:nvPicPr>
        <p:blipFill>
          <a:blip r:embed="rId5"/>
          <a:srcRect l="43" t="62012" r="55040" b="7589"/>
          <a:stretch>
            <a:fillRect/>
          </a:stretch>
        </p:blipFill>
        <p:spPr>
          <a:xfrm>
            <a:off x="5607289" y="2649870"/>
            <a:ext cx="2569336" cy="282146"/>
          </a:xfrm>
          <a:prstGeom prst="rect">
            <a:avLst/>
          </a:prstGeom>
        </p:spPr>
      </p:pic>
      <p:sp>
        <p:nvSpPr>
          <p:cNvPr id="20" name="Slide Number Placeholder 19">
            <a:extLst>
              <a:ext uri="{FF2B5EF4-FFF2-40B4-BE49-F238E27FC236}">
                <a16:creationId xmlns:a16="http://schemas.microsoft.com/office/drawing/2014/main" id="{7A923A34-FB2E-E0AB-55B8-214636575736}"/>
              </a:ext>
            </a:extLst>
          </p:cNvPr>
          <p:cNvSpPr>
            <a:spLocks noGrp="1"/>
          </p:cNvSpPr>
          <p:nvPr>
            <p:ph type="sldNum" sz="quarter" idx="12"/>
          </p:nvPr>
        </p:nvSpPr>
        <p:spPr/>
        <p:txBody>
          <a:bodyPr/>
          <a:lstStyle/>
          <a:p>
            <a:fld id="{195D7342-CC80-6047-A3DE-3D7AEED4C2EB}" type="slidenum">
              <a:rPr lang="en-TH" smtClean="0"/>
              <a:t>5</a:t>
            </a:fld>
            <a:endParaRPr lang="en-TH"/>
          </a:p>
        </p:txBody>
      </p:sp>
    </p:spTree>
    <p:extLst>
      <p:ext uri="{BB962C8B-B14F-4D97-AF65-F5344CB8AC3E}">
        <p14:creationId xmlns:p14="http://schemas.microsoft.com/office/powerpoint/2010/main" val="4057777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75D6A-4404-B951-FBE3-991FE1F76C27}"/>
              </a:ext>
            </a:extLst>
          </p:cNvPr>
          <p:cNvSpPr>
            <a:spLocks noGrp="1"/>
          </p:cNvSpPr>
          <p:nvPr>
            <p:ph type="title"/>
          </p:nvPr>
        </p:nvSpPr>
        <p:spPr/>
        <p:txBody>
          <a:bodyPr/>
          <a:lstStyle/>
          <a:p>
            <a:r>
              <a:rPr lang="en-TH" dirty="0"/>
              <a:t>Performance penalty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FA99045-DFB5-D9E0-E01F-FE636D32D4CB}"/>
                  </a:ext>
                </a:extLst>
              </p:cNvPr>
              <p:cNvSpPr>
                <a:spLocks noGrp="1"/>
              </p:cNvSpPr>
              <p:nvPr>
                <p:ph idx="1"/>
              </p:nvPr>
            </p:nvSpPr>
            <p:spPr>
              <a:xfrm>
                <a:off x="2231136" y="2638044"/>
                <a:ext cx="7729728" cy="3640836"/>
              </a:xfrm>
            </p:spPr>
            <p:txBody>
              <a:bodyPr/>
              <a:lstStyle/>
              <a:p>
                <a:r>
                  <a:rPr lang="en-US" dirty="0"/>
                  <a:t>However, we are putting more constraints on the properties of the underlying </a:t>
                </a:r>
                <a14:m>
                  <m:oMath xmlns:m="http://schemas.openxmlformats.org/officeDocument/2006/math">
                    <m:sSub>
                      <m:sSubPr>
                        <m:ctrlPr>
                          <a:rPr lang="en-US" i="1" dirty="0" smtClean="0">
                            <a:latin typeface="Cambria Math" panose="02040503050406030204" pitchFamily="18" charset="0"/>
                          </a:rPr>
                        </m:ctrlPr>
                      </m:sSubPr>
                      <m:e>
                        <m:r>
                          <a:rPr lang="en-US" b="0" i="1" dirty="0" smtClean="0">
                            <a:latin typeface="Cambria Math" panose="02040503050406030204" pitchFamily="18" charset="0"/>
                          </a:rPr>
                          <m:t>𝑍</m:t>
                        </m:r>
                      </m:e>
                      <m:sub>
                        <m:r>
                          <a:rPr lang="en-US" b="0" i="1" dirty="0" smtClean="0">
                            <a:latin typeface="Cambria Math" panose="02040503050406030204" pitchFamily="18" charset="0"/>
                          </a:rPr>
                          <m:t>𝑞</m:t>
                        </m:r>
                      </m:sub>
                    </m:sSub>
                    <m:r>
                      <a:rPr lang="en-US" i="1">
                        <a:latin typeface="Cambria Math" panose="02040503050406030204" pitchFamily="18" charset="0"/>
                      </a:rPr>
                      <m:t> </m:t>
                    </m:r>
                  </m:oMath>
                </a14:m>
                <a:r>
                  <a:rPr lang="en-US" dirty="0"/>
                  <a:t>field : to make sure everything is well-defined, we need to make sure that the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𝑑</m:t>
                    </m:r>
                  </m:oMath>
                </a14:m>
                <a:r>
                  <a:rPr lang="en-US" dirty="0"/>
                  <a:t>-</a:t>
                </a:r>
                <a:r>
                  <a:rPr lang="en-US" dirty="0" err="1"/>
                  <a:t>th</a:t>
                </a:r>
                <a:r>
                  <a:rPr lang="en-US" dirty="0"/>
                  <a:t> primitive root of unity actually exists in the field.</a:t>
                </a:r>
              </a:p>
              <a:p>
                <a:r>
                  <a:rPr lang="en-US" dirty="0"/>
                  <a:t>I.e. Kyber Post-Quantum KEM 768</a:t>
                </a:r>
              </a:p>
              <a:p>
                <a14:m>
                  <m:oMath xmlns:m="http://schemas.openxmlformats.org/officeDocument/2006/math">
                    <m:r>
                      <a:rPr lang="en-US" i="1" dirty="0" smtClean="0">
                        <a:latin typeface="Cambria Math" panose="02040503050406030204" pitchFamily="18" charset="0"/>
                      </a:rPr>
                      <m:t>𝑞</m:t>
                    </m:r>
                    <m:r>
                      <a:rPr lang="en-US" i="1" dirty="0">
                        <a:latin typeface="Cambria Math" panose="02040503050406030204" pitchFamily="18" charset="0"/>
                      </a:rPr>
                      <m:t> </m:t>
                    </m:r>
                    <m:r>
                      <a:rPr lang="en-US" i="1" dirty="0" smtClean="0">
                        <a:latin typeface="Cambria Math" panose="02040503050406030204" pitchFamily="18" charset="0"/>
                      </a:rPr>
                      <m:t>=</m:t>
                    </m:r>
                    <m:r>
                      <a:rPr lang="en-US" i="1" dirty="0">
                        <a:latin typeface="Cambria Math" panose="02040503050406030204" pitchFamily="18" charset="0"/>
                      </a:rPr>
                      <m:t> </m:t>
                    </m:r>
                    <m:r>
                      <a:rPr lang="en-US" i="1" dirty="0" smtClean="0">
                        <a:latin typeface="Cambria Math" panose="02040503050406030204" pitchFamily="18" charset="0"/>
                      </a:rPr>
                      <m:t>3329, </m:t>
                    </m:r>
                    <m:r>
                      <a:rPr lang="en-US" i="1" dirty="0" smtClean="0">
                        <a:latin typeface="Cambria Math" panose="02040503050406030204" pitchFamily="18" charset="0"/>
                      </a:rPr>
                      <m:t>𝑛</m:t>
                    </m:r>
                    <m:r>
                      <a:rPr lang="en-US" i="1" dirty="0" smtClean="0">
                        <a:latin typeface="Cambria Math" panose="02040503050406030204" pitchFamily="18" charset="0"/>
                      </a:rPr>
                      <m:t> = 256 , </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ea typeface="Cambria Math" panose="02040503050406030204" pitchFamily="18" charset="0"/>
                          </a:rPr>
                          <m:t>𝜔</m:t>
                        </m:r>
                      </m:e>
                      <m:sub>
                        <m:r>
                          <a:rPr lang="en-US" b="0" i="1" dirty="0" smtClean="0">
                            <a:latin typeface="Cambria Math" panose="02040503050406030204" pitchFamily="18" charset="0"/>
                          </a:rPr>
                          <m:t>256</m:t>
                        </m:r>
                      </m:sub>
                    </m:sSub>
                    <m:r>
                      <a:rPr lang="en-US" b="0" i="1" dirty="0" smtClean="0">
                        <a:latin typeface="Cambria Math" panose="02040503050406030204" pitchFamily="18" charset="0"/>
                      </a:rPr>
                      <m:t>=17 </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 </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17</m:t>
                            </m:r>
                          </m:e>
                          <m:sup>
                            <m:r>
                              <a:rPr lang="en-US" b="0" i="1" dirty="0" smtClean="0">
                                <a:latin typeface="Cambria Math" panose="02040503050406030204" pitchFamily="18" charset="0"/>
                              </a:rPr>
                              <m:t>256</m:t>
                            </m:r>
                          </m:sup>
                        </m:sSup>
                        <m:r>
                          <a:rPr lang="en-US" i="1" dirty="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1 </m:t>
                        </m:r>
                        <m:r>
                          <a:rPr lang="en-US" b="0" i="1" dirty="0" smtClean="0">
                            <a:latin typeface="Cambria Math" panose="02040503050406030204" pitchFamily="18" charset="0"/>
                            <a:ea typeface="Cambria Math" panose="02040503050406030204" pitchFamily="18" charset="0"/>
                          </a:rPr>
                          <m:t>𝑚𝑜𝑑</m:t>
                        </m:r>
                        <m:r>
                          <a:rPr lang="en-US" b="0" i="1" dirty="0" smtClean="0">
                            <a:latin typeface="Cambria Math" panose="02040503050406030204" pitchFamily="18" charset="0"/>
                            <a:ea typeface="Cambria Math" panose="02040503050406030204" pitchFamily="18" charset="0"/>
                          </a:rPr>
                          <m:t> 3329</m:t>
                        </m:r>
                      </m:e>
                    </m:d>
                    <m:r>
                      <a:rPr lang="en-US" b="0" i="1" dirty="0" smtClean="0">
                        <a:latin typeface="Cambria Math" panose="02040503050406030204" pitchFamily="18" charset="0"/>
                        <a:ea typeface="Cambria Math" panose="02040503050406030204" pitchFamily="18" charset="0"/>
                      </a:rPr>
                      <m:t> , </m:t>
                    </m:r>
                    <m:r>
                      <a:rPr lang="en-US" b="0" i="1" dirty="0" smtClean="0">
                        <a:latin typeface="Cambria Math" panose="02040503050406030204" pitchFamily="18" charset="0"/>
                        <a:ea typeface="Cambria Math" panose="02040503050406030204" pitchFamily="18" charset="0"/>
                      </a:rPr>
                      <m:t>𝑛𝑜</m:t>
                    </m:r>
                    <m:r>
                      <a:rPr lang="en-US" b="0" i="1" dirty="0" smtClean="0">
                        <a:latin typeface="Cambria Math" panose="02040503050406030204" pitchFamily="18" charset="0"/>
                        <a:ea typeface="Cambria Math" panose="02040503050406030204" pitchFamily="18" charset="0"/>
                      </a:rPr>
                      <m:t> </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𝜑</m:t>
                        </m:r>
                      </m:e>
                      <m:sub>
                        <m:r>
                          <a:rPr lang="en-US" b="0" i="1" dirty="0" smtClean="0">
                            <a:latin typeface="Cambria Math" panose="02040503050406030204" pitchFamily="18" charset="0"/>
                            <a:ea typeface="Cambria Math" panose="02040503050406030204" pitchFamily="18" charset="0"/>
                          </a:rPr>
                          <m:t>2</m:t>
                        </m:r>
                        <m:r>
                          <a:rPr lang="en-US" b="0" i="1" dirty="0" smtClean="0">
                            <a:latin typeface="Cambria Math" panose="02040503050406030204" pitchFamily="18" charset="0"/>
                            <a:ea typeface="Cambria Math" panose="02040503050406030204" pitchFamily="18" charset="0"/>
                          </a:rPr>
                          <m:t>𝑑</m:t>
                        </m:r>
                      </m:sub>
                    </m:sSub>
                  </m:oMath>
                </a14:m>
                <a:endParaRPr lang="en-US" b="0" i="1" dirty="0">
                  <a:latin typeface="Cambria Math" panose="02040503050406030204" pitchFamily="18" charset="0"/>
                  <a:ea typeface="Cambria Math" panose="02040503050406030204" pitchFamily="18" charset="0"/>
                </a:endParaRPr>
              </a:p>
              <a:p>
                <a:r>
                  <a:rPr lang="en-US" b="0" dirty="0">
                    <a:ea typeface="Cambria Math" panose="02040503050406030204" pitchFamily="18" charset="0"/>
                  </a:rPr>
                  <a:t>If we happen to work with NWC, we can only do degree-128 polynomial multiplication.</a:t>
                </a:r>
              </a:p>
              <a:p>
                <a:r>
                  <a:rPr lang="en-US" dirty="0">
                    <a:ea typeface="Cambria Math" panose="02040503050406030204" pitchFamily="18" charset="0"/>
                  </a:rPr>
                  <a:t>Doing 256-degree polynomial multiplication will have to make q larger </a:t>
                </a:r>
              </a:p>
              <a:p>
                <a:r>
                  <a:rPr lang="en-US" dirty="0"/>
                  <a:t> The smallest q that gives us a 512-th primitive root of unity is 12289 </a:t>
                </a:r>
              </a:p>
              <a:p>
                <a:r>
                  <a:rPr lang="en-US" dirty="0">
                    <a:latin typeface="Gill Sans MT" panose="020B0502020104020203" pitchFamily="34" charset="77"/>
                    <a:ea typeface="Cambria Math" panose="02040503050406030204" pitchFamily="18" charset="0"/>
                  </a:rPr>
                  <a:t>Cons: 2 bits increase of the representation</a:t>
                </a:r>
                <a:endParaRPr lang="en-US" b="0" dirty="0">
                  <a:latin typeface="Gill Sans MT" panose="020B0502020104020203" pitchFamily="34" charset="77"/>
                  <a:ea typeface="Cambria Math" panose="02040503050406030204" pitchFamily="18" charset="0"/>
                </a:endParaRPr>
              </a:p>
              <a:p>
                <a:endParaRPr lang="en-US" b="0" i="1" dirty="0">
                  <a:latin typeface="Cambria Math" panose="02040503050406030204" pitchFamily="18" charset="0"/>
                  <a:ea typeface="Cambria Math" panose="02040503050406030204" pitchFamily="18" charset="0"/>
                </a:endParaRPr>
              </a:p>
              <a:p>
                <a:endParaRPr lang="en-US" b="0" i="1" dirty="0">
                  <a:latin typeface="Cambria Math" panose="02040503050406030204" pitchFamily="18" charset="0"/>
                  <a:ea typeface="Cambria Math" panose="02040503050406030204" pitchFamily="18" charset="0"/>
                </a:endParaRPr>
              </a:p>
              <a:p>
                <a:endParaRPr lang="en-US" dirty="0"/>
              </a:p>
              <a:p>
                <a:endParaRPr lang="en-US" dirty="0"/>
              </a:p>
            </p:txBody>
          </p:sp>
        </mc:Choice>
        <mc:Fallback>
          <p:sp>
            <p:nvSpPr>
              <p:cNvPr id="3" name="Content Placeholder 2">
                <a:extLst>
                  <a:ext uri="{FF2B5EF4-FFF2-40B4-BE49-F238E27FC236}">
                    <a16:creationId xmlns:a16="http://schemas.microsoft.com/office/drawing/2014/main" id="{5FA99045-DFB5-D9E0-E01F-FE636D32D4CB}"/>
                  </a:ext>
                </a:extLst>
              </p:cNvPr>
              <p:cNvSpPr>
                <a:spLocks noGrp="1" noRot="1" noChangeAspect="1" noMove="1" noResize="1" noEditPoints="1" noAdjustHandles="1" noChangeArrowheads="1" noChangeShapeType="1" noTextEdit="1"/>
              </p:cNvSpPr>
              <p:nvPr>
                <p:ph idx="1"/>
              </p:nvPr>
            </p:nvSpPr>
            <p:spPr>
              <a:xfrm>
                <a:off x="2231136" y="2638044"/>
                <a:ext cx="7729728" cy="3640836"/>
              </a:xfrm>
              <a:blipFill>
                <a:blip r:embed="rId2"/>
                <a:stretch>
                  <a:fillRect l="-492" t="-694" r="-164" b="-2083"/>
                </a:stretch>
              </a:blipFill>
            </p:spPr>
            <p:txBody>
              <a:bodyPr/>
              <a:lstStyle/>
              <a:p>
                <a:r>
                  <a:rPr lang="en-TH">
                    <a:noFill/>
                  </a:rPr>
                  <a:t> </a:t>
                </a:r>
              </a:p>
            </p:txBody>
          </p:sp>
        </mc:Fallback>
      </mc:AlternateContent>
      <p:sp>
        <p:nvSpPr>
          <p:cNvPr id="4" name="Slide Number Placeholder 3">
            <a:extLst>
              <a:ext uri="{FF2B5EF4-FFF2-40B4-BE49-F238E27FC236}">
                <a16:creationId xmlns:a16="http://schemas.microsoft.com/office/drawing/2014/main" id="{F0F5581A-B18F-50CF-680F-7C6CD53DD4B0}"/>
              </a:ext>
            </a:extLst>
          </p:cNvPr>
          <p:cNvSpPr>
            <a:spLocks noGrp="1"/>
          </p:cNvSpPr>
          <p:nvPr>
            <p:ph type="sldNum" sz="quarter" idx="12"/>
          </p:nvPr>
        </p:nvSpPr>
        <p:spPr/>
        <p:txBody>
          <a:bodyPr/>
          <a:lstStyle/>
          <a:p>
            <a:fld id="{195D7342-CC80-6047-A3DE-3D7AEED4C2EB}" type="slidenum">
              <a:rPr lang="en-TH" smtClean="0"/>
              <a:t>6</a:t>
            </a:fld>
            <a:endParaRPr lang="en-TH"/>
          </a:p>
        </p:txBody>
      </p:sp>
    </p:spTree>
    <p:extLst>
      <p:ext uri="{BB962C8B-B14F-4D97-AF65-F5344CB8AC3E}">
        <p14:creationId xmlns:p14="http://schemas.microsoft.com/office/powerpoint/2010/main" val="967251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B8E40-C019-EC5B-9259-6F87ADEAF796}"/>
              </a:ext>
            </a:extLst>
          </p:cNvPr>
          <p:cNvSpPr>
            <a:spLocks noGrp="1"/>
          </p:cNvSpPr>
          <p:nvPr>
            <p:ph type="title"/>
          </p:nvPr>
        </p:nvSpPr>
        <p:spPr/>
        <p:txBody>
          <a:bodyPr/>
          <a:lstStyle/>
          <a:p>
            <a:r>
              <a:rPr lang="en-TH" dirty="0"/>
              <a:t>Just split the dimensions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A16612A-73F5-2B9F-17D7-03E260107DCF}"/>
                  </a:ext>
                </a:extLst>
              </p:cNvPr>
              <p:cNvSpPr>
                <a:spLocks noGrp="1"/>
              </p:cNvSpPr>
              <p:nvPr>
                <p:ph idx="1"/>
              </p:nvPr>
            </p:nvSpPr>
            <p:spPr/>
            <p:txBody>
              <a:bodyPr/>
              <a:lstStyle/>
              <a:p>
                <a:r>
                  <a:rPr lang="en-US" dirty="0"/>
                  <a:t>let’s constrain everything we work with to only be d/2-degree polynomials and we can easily set up </a:t>
                </a:r>
                <a14:m>
                  <m:oMath xmlns:m="http://schemas.openxmlformats.org/officeDocument/2006/math">
                    <m:sSub>
                      <m:sSubPr>
                        <m:ctrlPr>
                          <a:rPr lang="en-TH" i="1" smtClean="0">
                            <a:latin typeface="Cambria Math" panose="02040503050406030204" pitchFamily="18" charset="0"/>
                          </a:rPr>
                        </m:ctrlPr>
                      </m:sSubPr>
                      <m:e>
                        <m:sSubSup>
                          <m:sSubSupPr>
                            <m:ctrlPr>
                              <a:rPr lang="en-TH" i="1" smtClean="0">
                                <a:latin typeface="Cambria Math" panose="02040503050406030204" pitchFamily="18" charset="0"/>
                              </a:rPr>
                            </m:ctrlPr>
                          </m:sSubSupPr>
                          <m:e>
                            <m:r>
                              <a:rPr lang="en-TH" i="1" smtClean="0">
                                <a:latin typeface="Cambria Math" panose="02040503050406030204" pitchFamily="18" charset="0"/>
                                <a:ea typeface="Cambria Math" panose="02040503050406030204" pitchFamily="18" charset="0"/>
                              </a:rPr>
                              <m:t>𝜔</m:t>
                            </m:r>
                          </m:e>
                          <m:sub>
                            <m:r>
                              <a:rPr lang="en-US" b="0" i="1" smtClean="0">
                                <a:latin typeface="Cambria Math" panose="02040503050406030204" pitchFamily="18" charset="0"/>
                              </a:rPr>
                              <m:t>𝑑</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r>
                          <a:rPr lang="en-TH" i="1" smtClean="0">
                            <a:latin typeface="Cambria Math" panose="02040503050406030204" pitchFamily="18" charset="0"/>
                            <a:ea typeface="Cambria Math" panose="02040503050406030204" pitchFamily="18" charset="0"/>
                          </a:rPr>
                          <m:t>𝜔</m:t>
                        </m:r>
                      </m:e>
                      <m:sub>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2</m:t>
                            </m:r>
                          </m:den>
                        </m:f>
                      </m:sub>
                    </m:sSub>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TH" i="1">
                                    <a:latin typeface="Cambria Math" panose="02040503050406030204" pitchFamily="18" charset="0"/>
                                    <a:ea typeface="Cambria Math" panose="02040503050406030204" pitchFamily="18" charset="0"/>
                                  </a:rPr>
                                  <m:t>𝜔</m:t>
                                </m:r>
                              </m:e>
                              <m:sub>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2</m:t>
                                    </m:r>
                                  </m:den>
                                </m:f>
                              </m:sub>
                              <m:sup>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2</m:t>
                                    </m:r>
                                  </m:den>
                                </m:f>
                              </m:sup>
                            </m:sSubSup>
                          </m:e>
                        </m:d>
                      </m:e>
                      <m:sup>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2</m:t>
                            </m:r>
                          </m:num>
                          <m:den>
                            <m:r>
                              <a:rPr lang="en-US" i="1">
                                <a:latin typeface="Cambria Math" panose="02040503050406030204" pitchFamily="18" charset="0"/>
                                <a:ea typeface="Cambria Math" panose="02040503050406030204" pitchFamily="18" charset="0"/>
                              </a:rPr>
                              <m:t>𝑑</m:t>
                            </m:r>
                          </m:den>
                        </m:f>
                      </m:sup>
                    </m:sSup>
                    <m: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sSubSup>
                          <m:sSubSupPr>
                            <m:ctrlPr>
                              <a:rPr lang="en-US" i="1">
                                <a:latin typeface="Cambria Math" panose="02040503050406030204" pitchFamily="18" charset="0"/>
                              </a:rPr>
                            </m:ctrlPr>
                          </m:sSubSupPr>
                          <m:e>
                            <m:r>
                              <a:rPr lang="en-TH" i="1">
                                <a:latin typeface="Cambria Math" panose="02040503050406030204" pitchFamily="18" charset="0"/>
                                <a:ea typeface="Cambria Math" panose="02040503050406030204" pitchFamily="18" charset="0"/>
                              </a:rPr>
                              <m:t>𝜔</m:t>
                            </m:r>
                          </m:e>
                          <m:sub>
                            <m:r>
                              <a:rPr lang="en-US" i="1">
                                <a:latin typeface="Cambria Math" panose="02040503050406030204" pitchFamily="18" charset="0"/>
                                <a:ea typeface="Cambria Math" panose="02040503050406030204" pitchFamily="18" charset="0"/>
                              </a:rPr>
                              <m:t>𝑑</m:t>
                            </m:r>
                          </m:sub>
                          <m:sup>
                            <m:r>
                              <a:rPr lang="en-US" i="1">
                                <a:latin typeface="Cambria Math" panose="02040503050406030204" pitchFamily="18" charset="0"/>
                              </a:rPr>
                              <m:t>𝑑</m:t>
                            </m:r>
                          </m:sup>
                        </m:sSubSup>
                        <m:r>
                          <a:rPr lang="en-US" b="0" i="1" smtClean="0">
                            <a:latin typeface="Cambria Math" panose="02040503050406030204" pitchFamily="18" charset="0"/>
                          </a:rPr>
                          <m:t>)</m:t>
                        </m:r>
                      </m:e>
                      <m:sup>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2</m:t>
                            </m:r>
                          </m:num>
                          <m:den>
                            <m:r>
                              <a:rPr lang="en-US" b="0" i="1" smtClean="0">
                                <a:latin typeface="Cambria Math" panose="02040503050406030204" pitchFamily="18" charset="0"/>
                                <a:ea typeface="Cambria Math" panose="02040503050406030204" pitchFamily="18" charset="0"/>
                              </a:rPr>
                              <m:t>𝑑</m:t>
                            </m:r>
                          </m:den>
                        </m:f>
                      </m:sup>
                    </m:sSup>
                    <m:r>
                      <a:rPr lang="en-US" b="0" i="0" smtClean="0">
                        <a:latin typeface="Cambria Math" panose="02040503050406030204" pitchFamily="18" charset="0"/>
                        <a:ea typeface="Cambria Math" panose="02040503050406030204" pitchFamily="18" charset="0"/>
                      </a:rPr>
                      <m:t>=</m:t>
                    </m:r>
                    <m:sSubSup>
                      <m:sSubSupPr>
                        <m:ctrlPr>
                          <a:rPr lang="en-TH" i="1">
                            <a:latin typeface="Cambria Math" panose="02040503050406030204" pitchFamily="18" charset="0"/>
                          </a:rPr>
                        </m:ctrlPr>
                      </m:sSubSupPr>
                      <m:e>
                        <m:r>
                          <a:rPr lang="en-TH" i="1">
                            <a:latin typeface="Cambria Math" panose="02040503050406030204" pitchFamily="18" charset="0"/>
                            <a:ea typeface="Cambria Math" panose="02040503050406030204" pitchFamily="18" charset="0"/>
                          </a:rPr>
                          <m:t>𝜔</m:t>
                        </m:r>
                      </m:e>
                      <m:sub>
                        <m:r>
                          <a:rPr lang="en-US" i="1">
                            <a:latin typeface="Cambria Math" panose="02040503050406030204" pitchFamily="18" charset="0"/>
                          </a:rPr>
                          <m:t>𝑑</m:t>
                        </m:r>
                      </m:sub>
                      <m:sup>
                        <m:r>
                          <a:rPr lang="en-US" i="1">
                            <a:latin typeface="Cambria Math" panose="02040503050406030204" pitchFamily="18" charset="0"/>
                          </a:rPr>
                          <m:t>2</m:t>
                        </m:r>
                      </m:sup>
                    </m:sSubSup>
                  </m:oMath>
                </a14:m>
                <a:r>
                  <a:rPr lang="en-TH" dirty="0"/>
                  <a:t> </a:t>
                </a:r>
              </a:p>
              <a:p>
                <a:r>
                  <a:rPr lang="en-US" dirty="0"/>
                  <a:t>We call this operation the </a:t>
                </a:r>
                <a:r>
                  <a:rPr lang="en-US" b="1" dirty="0"/>
                  <a:t>half-NTT</a:t>
                </a:r>
              </a:p>
              <a:p>
                <a:r>
                  <a:rPr lang="en-US" dirty="0"/>
                  <a:t>Effectively, we halve the size of d to make sure the 2d-th primitive root of unity exists in the field.</a:t>
                </a:r>
                <a:endParaRPr lang="en-TH" dirty="0"/>
              </a:p>
            </p:txBody>
          </p:sp>
        </mc:Choice>
        <mc:Fallback xmlns="">
          <p:sp>
            <p:nvSpPr>
              <p:cNvPr id="3" name="Content Placeholder 2">
                <a:extLst>
                  <a:ext uri="{FF2B5EF4-FFF2-40B4-BE49-F238E27FC236}">
                    <a16:creationId xmlns:a16="http://schemas.microsoft.com/office/drawing/2014/main" id="{AA16612A-73F5-2B9F-17D7-03E260107DCF}"/>
                  </a:ext>
                </a:extLst>
              </p:cNvPr>
              <p:cNvSpPr>
                <a:spLocks noGrp="1" noRot="1" noChangeAspect="1" noMove="1" noResize="1" noEditPoints="1" noAdjustHandles="1" noChangeArrowheads="1" noChangeShapeType="1" noTextEdit="1"/>
              </p:cNvSpPr>
              <p:nvPr>
                <p:ph idx="1"/>
              </p:nvPr>
            </p:nvSpPr>
            <p:spPr>
              <a:blipFill>
                <a:blip r:embed="rId2"/>
                <a:stretch>
                  <a:fillRect l="-492" t="-813" r="-1148"/>
                </a:stretch>
              </a:blipFill>
            </p:spPr>
            <p:txBody>
              <a:bodyPr/>
              <a:lstStyle/>
              <a:p>
                <a:r>
                  <a:rPr lang="en-TH">
                    <a:noFill/>
                  </a:rPr>
                  <a:t> </a:t>
                </a:r>
              </a:p>
            </p:txBody>
          </p:sp>
        </mc:Fallback>
      </mc:AlternateContent>
      <p:pic>
        <p:nvPicPr>
          <p:cNvPr id="4" name="Picture 3">
            <a:extLst>
              <a:ext uri="{FF2B5EF4-FFF2-40B4-BE49-F238E27FC236}">
                <a16:creationId xmlns:a16="http://schemas.microsoft.com/office/drawing/2014/main" id="{F8920EC6-A97C-5662-7F4A-81809A549034}"/>
              </a:ext>
            </a:extLst>
          </p:cNvPr>
          <p:cNvPicPr>
            <a:picLocks noChangeAspect="1"/>
          </p:cNvPicPr>
          <p:nvPr/>
        </p:nvPicPr>
        <p:blipFill>
          <a:blip r:embed="rId3"/>
          <a:srcRect l="8244" t="36873" r="60107" b="33142"/>
          <a:stretch>
            <a:fillRect/>
          </a:stretch>
        </p:blipFill>
        <p:spPr>
          <a:xfrm>
            <a:off x="2385060" y="2300844"/>
            <a:ext cx="1687902" cy="259475"/>
          </a:xfrm>
          <a:prstGeom prst="rect">
            <a:avLst/>
          </a:prstGeom>
        </p:spPr>
      </p:pic>
      <p:sp>
        <p:nvSpPr>
          <p:cNvPr id="8" name="Slide Number Placeholder 7">
            <a:extLst>
              <a:ext uri="{FF2B5EF4-FFF2-40B4-BE49-F238E27FC236}">
                <a16:creationId xmlns:a16="http://schemas.microsoft.com/office/drawing/2014/main" id="{F97D8D14-151B-4D68-F38F-05BCCD451C4A}"/>
              </a:ext>
            </a:extLst>
          </p:cNvPr>
          <p:cNvSpPr>
            <a:spLocks noGrp="1"/>
          </p:cNvSpPr>
          <p:nvPr>
            <p:ph type="sldNum" sz="quarter" idx="12"/>
          </p:nvPr>
        </p:nvSpPr>
        <p:spPr/>
        <p:txBody>
          <a:bodyPr/>
          <a:lstStyle/>
          <a:p>
            <a:fld id="{195D7342-CC80-6047-A3DE-3D7AEED4C2EB}" type="slidenum">
              <a:rPr lang="en-TH" smtClean="0"/>
              <a:t>7</a:t>
            </a:fld>
            <a:endParaRPr lang="en-TH"/>
          </a:p>
        </p:txBody>
      </p:sp>
    </p:spTree>
    <p:extLst>
      <p:ext uri="{BB962C8B-B14F-4D97-AF65-F5344CB8AC3E}">
        <p14:creationId xmlns:p14="http://schemas.microsoft.com/office/powerpoint/2010/main" val="4071609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0BD031-46C1-F82C-8750-33EB8B5453C8}"/>
              </a:ext>
            </a:extLst>
          </p:cNvPr>
          <p:cNvSpPr>
            <a:spLocks noGrp="1"/>
          </p:cNvSpPr>
          <p:nvPr>
            <p:ph type="title"/>
          </p:nvPr>
        </p:nvSpPr>
        <p:spPr/>
        <p:txBody>
          <a:bodyPr>
            <a:normAutofit/>
          </a:bodyPr>
          <a:lstStyle/>
          <a:p>
            <a:r>
              <a:rPr lang="en-US" dirty="0"/>
              <a:t>Split the target polynomial</a:t>
            </a:r>
            <a:endParaRPr lang="en-TH"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3EEAFAE-A50F-3188-B0C7-C5CAC0F777E0}"/>
                  </a:ext>
                </a:extLst>
              </p:cNvPr>
              <p:cNvSpPr>
                <a:spLocks noGrp="1"/>
              </p:cNvSpPr>
              <p:nvPr>
                <p:ph idx="1"/>
              </p:nvPr>
            </p:nvSpPr>
            <p:spPr>
              <a:xfrm>
                <a:off x="2231136" y="2638044"/>
                <a:ext cx="8406384" cy="3101983"/>
              </a:xfrm>
            </p:spPr>
            <p:txBody>
              <a:bodyPr/>
              <a:lstStyle/>
              <a:p>
                <a:r>
                  <a:rPr lang="en-US" b="1" dirty="0"/>
                  <a:t>Can we turn d-degree polynomial into several d/2-degree polynomials</a:t>
                </a:r>
              </a:p>
              <a:p>
                <a:endParaRPr lang="en-US" b="1" dirty="0"/>
              </a:p>
              <a:p>
                <a:endParaRPr lang="en-US" b="1" dirty="0"/>
              </a:p>
              <a:p>
                <a:endParaRPr lang="en-US" b="1" dirty="0"/>
              </a:p>
              <a:p>
                <a:endParaRPr lang="en-US" b="1" dirty="0"/>
              </a:p>
              <a:p>
                <a:r>
                  <a:rPr lang="en-US" dirty="0"/>
                  <a:t>The important part is that, since each of the smaller polynomials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𝑃</m:t>
                        </m:r>
                      </m:e>
                      <m:sup>
                        <m:r>
                          <a:rPr lang="en-US" b="0" i="1" smtClean="0">
                            <a:latin typeface="Cambria Math" panose="02040503050406030204" pitchFamily="18" charset="0"/>
                          </a:rPr>
                          <m:t>𝑒𝑣𝑒𝑛</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𝑃</m:t>
                        </m:r>
                      </m:e>
                      <m:sup>
                        <m:r>
                          <a:rPr lang="en-US" b="0" i="1" smtClean="0">
                            <a:latin typeface="Cambria Math" panose="02040503050406030204" pitchFamily="18" charset="0"/>
                          </a:rPr>
                          <m:t>𝑜𝑑𝑑</m:t>
                        </m:r>
                      </m:sup>
                    </m:sSup>
                  </m:oMath>
                </a14:m>
                <a:r>
                  <a:rPr lang="en-US" dirty="0"/>
                  <a:t>  has only half of the coefficients of P(x), we know that it has d/2 degree . Therefore, our half-NTT procedure would work on them!</a:t>
                </a:r>
                <a:r>
                  <a:rPr lang="en-US" b="1" dirty="0"/>
                  <a:t>?</a:t>
                </a:r>
                <a:endParaRPr lang="en-TH" dirty="0"/>
              </a:p>
            </p:txBody>
          </p:sp>
        </mc:Choice>
        <mc:Fallback xmlns="">
          <p:sp>
            <p:nvSpPr>
              <p:cNvPr id="3" name="Content Placeholder 2">
                <a:extLst>
                  <a:ext uri="{FF2B5EF4-FFF2-40B4-BE49-F238E27FC236}">
                    <a16:creationId xmlns:a16="http://schemas.microsoft.com/office/drawing/2014/main" id="{63EEAFAE-A50F-3188-B0C7-C5CAC0F777E0}"/>
                  </a:ext>
                </a:extLst>
              </p:cNvPr>
              <p:cNvSpPr>
                <a:spLocks noGrp="1" noRot="1" noChangeAspect="1" noMove="1" noResize="1" noEditPoints="1" noAdjustHandles="1" noChangeArrowheads="1" noChangeShapeType="1" noTextEdit="1"/>
              </p:cNvSpPr>
              <p:nvPr>
                <p:ph idx="1"/>
              </p:nvPr>
            </p:nvSpPr>
            <p:spPr>
              <a:xfrm>
                <a:off x="2231136" y="2638044"/>
                <a:ext cx="8406384" cy="3101983"/>
              </a:xfrm>
              <a:blipFill>
                <a:blip r:embed="rId2"/>
                <a:stretch>
                  <a:fillRect l="-452" t="-813" r="-1357"/>
                </a:stretch>
              </a:blipFill>
            </p:spPr>
            <p:txBody>
              <a:bodyPr/>
              <a:lstStyle/>
              <a:p>
                <a:r>
                  <a:rPr lang="en-TH">
                    <a:noFill/>
                  </a:rPr>
                  <a:t> </a:t>
                </a:r>
              </a:p>
            </p:txBody>
          </p:sp>
        </mc:Fallback>
      </mc:AlternateContent>
      <p:pic>
        <p:nvPicPr>
          <p:cNvPr id="4" name="Picture 3">
            <a:extLst>
              <a:ext uri="{FF2B5EF4-FFF2-40B4-BE49-F238E27FC236}">
                <a16:creationId xmlns:a16="http://schemas.microsoft.com/office/drawing/2014/main" id="{680C8777-F9F4-E067-C682-2C57313F14B9}"/>
              </a:ext>
            </a:extLst>
          </p:cNvPr>
          <p:cNvPicPr>
            <a:picLocks noChangeAspect="1"/>
          </p:cNvPicPr>
          <p:nvPr/>
        </p:nvPicPr>
        <p:blipFill>
          <a:blip r:embed="rId3"/>
          <a:stretch>
            <a:fillRect/>
          </a:stretch>
        </p:blipFill>
        <p:spPr>
          <a:xfrm>
            <a:off x="3122676" y="3031490"/>
            <a:ext cx="5283200" cy="1663700"/>
          </a:xfrm>
          <a:prstGeom prst="rect">
            <a:avLst/>
          </a:prstGeom>
        </p:spPr>
      </p:pic>
      <p:sp>
        <p:nvSpPr>
          <p:cNvPr id="5" name="Slide Number Placeholder 4">
            <a:extLst>
              <a:ext uri="{FF2B5EF4-FFF2-40B4-BE49-F238E27FC236}">
                <a16:creationId xmlns:a16="http://schemas.microsoft.com/office/drawing/2014/main" id="{DDDCF789-FF38-DD13-4A7C-DDFB360E4849}"/>
              </a:ext>
            </a:extLst>
          </p:cNvPr>
          <p:cNvSpPr>
            <a:spLocks noGrp="1"/>
          </p:cNvSpPr>
          <p:nvPr>
            <p:ph type="sldNum" sz="quarter" idx="12"/>
          </p:nvPr>
        </p:nvSpPr>
        <p:spPr/>
        <p:txBody>
          <a:bodyPr/>
          <a:lstStyle/>
          <a:p>
            <a:fld id="{195D7342-CC80-6047-A3DE-3D7AEED4C2EB}" type="slidenum">
              <a:rPr lang="en-TH" smtClean="0"/>
              <a:t>8</a:t>
            </a:fld>
            <a:endParaRPr lang="en-TH"/>
          </a:p>
        </p:txBody>
      </p:sp>
    </p:spTree>
    <p:extLst>
      <p:ext uri="{BB962C8B-B14F-4D97-AF65-F5344CB8AC3E}">
        <p14:creationId xmlns:p14="http://schemas.microsoft.com/office/powerpoint/2010/main" val="21942753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51D04B-F70A-C250-954E-CEAAEE768B17}"/>
              </a:ext>
            </a:extLst>
          </p:cNvPr>
          <p:cNvSpPr>
            <a:spLocks noGrp="1"/>
          </p:cNvSpPr>
          <p:nvPr>
            <p:ph type="title"/>
          </p:nvPr>
        </p:nvSpPr>
        <p:spPr/>
        <p:txBody>
          <a:bodyPr/>
          <a:lstStyle/>
          <a:p>
            <a:r>
              <a:rPr lang="en-TH" dirty="0"/>
              <a:t>HALF ntt code</a:t>
            </a:r>
          </a:p>
        </p:txBody>
      </p:sp>
      <p:sp>
        <p:nvSpPr>
          <p:cNvPr id="3" name="Content Placeholder 2">
            <a:extLst>
              <a:ext uri="{FF2B5EF4-FFF2-40B4-BE49-F238E27FC236}">
                <a16:creationId xmlns:a16="http://schemas.microsoft.com/office/drawing/2014/main" id="{309A8E89-B327-1BF3-C708-D51B6E9B162D}"/>
              </a:ext>
            </a:extLst>
          </p:cNvPr>
          <p:cNvSpPr>
            <a:spLocks noGrp="1"/>
          </p:cNvSpPr>
          <p:nvPr>
            <p:ph idx="1"/>
          </p:nvPr>
        </p:nvSpPr>
        <p:spPr>
          <a:xfrm>
            <a:off x="6583680" y="2638044"/>
            <a:ext cx="3377184" cy="3101983"/>
          </a:xfrm>
        </p:spPr>
        <p:txBody>
          <a:bodyPr/>
          <a:lstStyle/>
          <a:p>
            <a:endParaRPr lang="en-TH"/>
          </a:p>
        </p:txBody>
      </p:sp>
      <p:pic>
        <p:nvPicPr>
          <p:cNvPr id="4" name="Picture 3">
            <a:extLst>
              <a:ext uri="{FF2B5EF4-FFF2-40B4-BE49-F238E27FC236}">
                <a16:creationId xmlns:a16="http://schemas.microsoft.com/office/drawing/2014/main" id="{28DE311C-ECF7-916C-6450-07878C9838BD}"/>
              </a:ext>
            </a:extLst>
          </p:cNvPr>
          <p:cNvPicPr>
            <a:picLocks noChangeAspect="1"/>
          </p:cNvPicPr>
          <p:nvPr/>
        </p:nvPicPr>
        <p:blipFill>
          <a:blip r:embed="rId2"/>
          <a:stretch>
            <a:fillRect/>
          </a:stretch>
        </p:blipFill>
        <p:spPr>
          <a:xfrm>
            <a:off x="5974080" y="2667593"/>
            <a:ext cx="3837940" cy="2812284"/>
          </a:xfrm>
          <a:prstGeom prst="rect">
            <a:avLst/>
          </a:prstGeom>
        </p:spPr>
      </p:pic>
      <p:sp>
        <p:nvSpPr>
          <p:cNvPr id="5" name="TextBox 4">
            <a:extLst>
              <a:ext uri="{FF2B5EF4-FFF2-40B4-BE49-F238E27FC236}">
                <a16:creationId xmlns:a16="http://schemas.microsoft.com/office/drawing/2014/main" id="{144BFDA1-FB44-4AEA-7FFD-B47EB2114473}"/>
              </a:ext>
            </a:extLst>
          </p:cNvPr>
          <p:cNvSpPr txBox="1"/>
          <p:nvPr/>
        </p:nvSpPr>
        <p:spPr>
          <a:xfrm>
            <a:off x="7477552" y="2153412"/>
            <a:ext cx="415498" cy="369332"/>
          </a:xfrm>
          <a:prstGeom prst="rect">
            <a:avLst/>
          </a:prstGeom>
          <a:noFill/>
        </p:spPr>
        <p:txBody>
          <a:bodyPr wrap="none" rtlCol="0">
            <a:spAutoFit/>
          </a:bodyPr>
          <a:lstStyle/>
          <a:p>
            <a:r>
              <a:rPr lang="en-TH" dirty="0"/>
              <a:t>17</a:t>
            </a:r>
          </a:p>
        </p:txBody>
      </p:sp>
      <p:sp>
        <p:nvSpPr>
          <p:cNvPr id="6" name="TextBox 5">
            <a:extLst>
              <a:ext uri="{FF2B5EF4-FFF2-40B4-BE49-F238E27FC236}">
                <a16:creationId xmlns:a16="http://schemas.microsoft.com/office/drawing/2014/main" id="{3CC9651E-B25B-19B8-9B5B-ED48C8FB905E}"/>
              </a:ext>
            </a:extLst>
          </p:cNvPr>
          <p:cNvSpPr txBox="1"/>
          <p:nvPr/>
        </p:nvSpPr>
        <p:spPr>
          <a:xfrm>
            <a:off x="8074808" y="2153412"/>
            <a:ext cx="646331" cy="369332"/>
          </a:xfrm>
          <a:prstGeom prst="rect">
            <a:avLst/>
          </a:prstGeom>
          <a:noFill/>
        </p:spPr>
        <p:txBody>
          <a:bodyPr wrap="none" rtlCol="0">
            <a:spAutoFit/>
          </a:bodyPr>
          <a:lstStyle/>
          <a:p>
            <a:r>
              <a:rPr lang="en-TH" dirty="0"/>
              <a:t>3329</a:t>
            </a:r>
          </a:p>
        </p:txBody>
      </p:sp>
      <p:cxnSp>
        <p:nvCxnSpPr>
          <p:cNvPr id="9" name="Straight Arrow Connector 8">
            <a:extLst>
              <a:ext uri="{FF2B5EF4-FFF2-40B4-BE49-F238E27FC236}">
                <a16:creationId xmlns:a16="http://schemas.microsoft.com/office/drawing/2014/main" id="{EB66FFA9-AB2F-23AF-90FE-9751D5689D38}"/>
              </a:ext>
            </a:extLst>
          </p:cNvPr>
          <p:cNvCxnSpPr>
            <a:cxnSpLocks/>
          </p:cNvCxnSpPr>
          <p:nvPr/>
        </p:nvCxnSpPr>
        <p:spPr>
          <a:xfrm flipV="1">
            <a:off x="7112808" y="2445020"/>
            <a:ext cx="476712" cy="3048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E8FD4195-5DF5-F77B-E9BF-FB04BF4D5D05}"/>
              </a:ext>
            </a:extLst>
          </p:cNvPr>
          <p:cNvCxnSpPr>
            <a:cxnSpLocks/>
          </p:cNvCxnSpPr>
          <p:nvPr/>
        </p:nvCxnSpPr>
        <p:spPr>
          <a:xfrm flipV="1">
            <a:off x="7745573" y="2442769"/>
            <a:ext cx="445927" cy="3070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3" name="Ink 12">
                <a:extLst>
                  <a:ext uri="{FF2B5EF4-FFF2-40B4-BE49-F238E27FC236}">
                    <a16:creationId xmlns:a16="http://schemas.microsoft.com/office/drawing/2014/main" id="{8836D1A3-E5AB-14E7-BD8A-6260BCF1302C}"/>
                  </a:ext>
                </a:extLst>
              </p14:cNvPr>
              <p14:cNvContentPartPr/>
              <p14:nvPr/>
            </p14:nvContentPartPr>
            <p14:xfrm>
              <a:off x="7030680" y="2748260"/>
              <a:ext cx="150480" cy="16560"/>
            </p14:xfrm>
          </p:contentPart>
        </mc:Choice>
        <mc:Fallback xmlns="">
          <p:pic>
            <p:nvPicPr>
              <p:cNvPr id="13" name="Ink 12">
                <a:extLst>
                  <a:ext uri="{FF2B5EF4-FFF2-40B4-BE49-F238E27FC236}">
                    <a16:creationId xmlns:a16="http://schemas.microsoft.com/office/drawing/2014/main" id="{8836D1A3-E5AB-14E7-BD8A-6260BCF1302C}"/>
                  </a:ext>
                </a:extLst>
              </p:cNvPr>
              <p:cNvPicPr/>
              <p:nvPr/>
            </p:nvPicPr>
            <p:blipFill>
              <a:blip r:embed="rId4"/>
              <a:stretch>
                <a:fillRect/>
              </a:stretch>
            </p:blipFill>
            <p:spPr>
              <a:xfrm>
                <a:off x="6977040" y="2640260"/>
                <a:ext cx="25812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4" name="Ink 13">
                <a:extLst>
                  <a:ext uri="{FF2B5EF4-FFF2-40B4-BE49-F238E27FC236}">
                    <a16:creationId xmlns:a16="http://schemas.microsoft.com/office/drawing/2014/main" id="{1FCCFDAB-4C08-B604-1352-6FAA20A8B520}"/>
                  </a:ext>
                </a:extLst>
              </p14:cNvPr>
              <p14:cNvContentPartPr/>
              <p14:nvPr/>
            </p14:nvContentPartPr>
            <p14:xfrm>
              <a:off x="7556280" y="2789300"/>
              <a:ext cx="389880" cy="12600"/>
            </p14:xfrm>
          </p:contentPart>
        </mc:Choice>
        <mc:Fallback xmlns="">
          <p:pic>
            <p:nvPicPr>
              <p:cNvPr id="14" name="Ink 13">
                <a:extLst>
                  <a:ext uri="{FF2B5EF4-FFF2-40B4-BE49-F238E27FC236}">
                    <a16:creationId xmlns:a16="http://schemas.microsoft.com/office/drawing/2014/main" id="{1FCCFDAB-4C08-B604-1352-6FAA20A8B520}"/>
                  </a:ext>
                </a:extLst>
              </p:cNvPr>
              <p:cNvPicPr/>
              <p:nvPr/>
            </p:nvPicPr>
            <p:blipFill>
              <a:blip r:embed="rId6"/>
              <a:stretch>
                <a:fillRect/>
              </a:stretch>
            </p:blipFill>
            <p:spPr>
              <a:xfrm>
                <a:off x="7502280" y="2681300"/>
                <a:ext cx="49752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6" name="Ink 15">
                <a:extLst>
                  <a:ext uri="{FF2B5EF4-FFF2-40B4-BE49-F238E27FC236}">
                    <a16:creationId xmlns:a16="http://schemas.microsoft.com/office/drawing/2014/main" id="{DBCFD3D4-D9AC-0067-8966-AF6ADEEE9C36}"/>
                  </a:ext>
                </a:extLst>
              </p14:cNvPr>
              <p14:cNvContentPartPr/>
              <p14:nvPr/>
            </p14:nvContentPartPr>
            <p14:xfrm>
              <a:off x="3475680" y="1890120"/>
              <a:ext cx="360" cy="360"/>
            </p14:xfrm>
          </p:contentPart>
        </mc:Choice>
        <mc:Fallback xmlns="">
          <p:pic>
            <p:nvPicPr>
              <p:cNvPr id="16" name="Ink 15">
                <a:extLst>
                  <a:ext uri="{FF2B5EF4-FFF2-40B4-BE49-F238E27FC236}">
                    <a16:creationId xmlns:a16="http://schemas.microsoft.com/office/drawing/2014/main" id="{DBCFD3D4-D9AC-0067-8966-AF6ADEEE9C36}"/>
                  </a:ext>
                </a:extLst>
              </p:cNvPr>
              <p:cNvPicPr/>
              <p:nvPr/>
            </p:nvPicPr>
            <p:blipFill>
              <a:blip r:embed="rId8"/>
              <a:stretch>
                <a:fillRect/>
              </a:stretch>
            </p:blipFill>
            <p:spPr>
              <a:xfrm>
                <a:off x="3469560" y="1884000"/>
                <a:ext cx="12600" cy="12600"/>
              </a:xfrm>
              <a:prstGeom prst="rect">
                <a:avLst/>
              </a:prstGeom>
            </p:spPr>
          </p:pic>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1FA4EF8B-C6E3-8F96-5505-70C67B395AA2}"/>
                  </a:ext>
                </a:extLst>
              </p:cNvPr>
              <p:cNvSpPr txBox="1"/>
              <p:nvPr/>
            </p:nvSpPr>
            <p:spPr>
              <a:xfrm>
                <a:off x="8138488" y="3652551"/>
                <a:ext cx="1165303" cy="36221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TH" sz="1050" i="1" smtClean="0">
                              <a:latin typeface="Cambria Math" panose="02040503050406030204" pitchFamily="18" charset="0"/>
                            </a:rPr>
                          </m:ctrlPr>
                        </m:sSubPr>
                        <m:e>
                          <m:sSubSup>
                            <m:sSubSupPr>
                              <m:ctrlPr>
                                <a:rPr lang="en-TH" sz="1050" i="1" smtClean="0">
                                  <a:latin typeface="Cambria Math" panose="02040503050406030204" pitchFamily="18" charset="0"/>
                                </a:rPr>
                              </m:ctrlPr>
                            </m:sSubSupPr>
                            <m:e>
                              <m:r>
                                <a:rPr lang="en-TH" sz="1050" i="1" smtClean="0">
                                  <a:latin typeface="Cambria Math" panose="02040503050406030204" pitchFamily="18" charset="0"/>
                                  <a:ea typeface="Cambria Math" panose="02040503050406030204" pitchFamily="18" charset="0"/>
                                </a:rPr>
                                <m:t>𝜔</m:t>
                              </m:r>
                            </m:e>
                            <m:sub>
                              <m:r>
                                <a:rPr lang="en-US" sz="1050" b="0" i="1" smtClean="0">
                                  <a:latin typeface="Cambria Math" panose="02040503050406030204" pitchFamily="18" charset="0"/>
                                </a:rPr>
                                <m:t>𝑑</m:t>
                              </m:r>
                            </m:sub>
                            <m:sup>
                              <m:r>
                                <a:rPr lang="en-US" sz="1050" b="0" i="1" smtClean="0">
                                  <a:latin typeface="Cambria Math" panose="02040503050406030204" pitchFamily="18" charset="0"/>
                                </a:rPr>
                                <m:t>2</m:t>
                              </m:r>
                            </m:sup>
                          </m:sSubSup>
                          <m:r>
                            <a:rPr lang="en-US" sz="1050" b="0" i="1" smtClean="0">
                              <a:latin typeface="Cambria Math" panose="02040503050406030204" pitchFamily="18" charset="0"/>
                            </a:rPr>
                            <m:t>=</m:t>
                          </m:r>
                          <m:r>
                            <a:rPr lang="en-TH" sz="1050" i="1" smtClean="0">
                              <a:latin typeface="Cambria Math" panose="02040503050406030204" pitchFamily="18" charset="0"/>
                              <a:ea typeface="Cambria Math" panose="02040503050406030204" pitchFamily="18" charset="0"/>
                            </a:rPr>
                            <m:t>𝜔</m:t>
                          </m:r>
                        </m:e>
                        <m:sub>
                          <m:f>
                            <m:fPr>
                              <m:ctrlPr>
                                <a:rPr lang="en-US" sz="1050" b="0" i="1" smtClean="0">
                                  <a:latin typeface="Cambria Math" panose="02040503050406030204" pitchFamily="18" charset="0"/>
                                </a:rPr>
                              </m:ctrlPr>
                            </m:fPr>
                            <m:num>
                              <m:r>
                                <a:rPr lang="en-US" sz="1050" b="0" i="1" smtClean="0">
                                  <a:latin typeface="Cambria Math" panose="02040503050406030204" pitchFamily="18" charset="0"/>
                                </a:rPr>
                                <m:t>𝑑</m:t>
                              </m:r>
                            </m:num>
                            <m:den>
                              <m:r>
                                <a:rPr lang="en-US" sz="1050" b="0" i="1" smtClean="0">
                                  <a:latin typeface="Cambria Math" panose="02040503050406030204" pitchFamily="18" charset="0"/>
                                </a:rPr>
                                <m:t>2</m:t>
                              </m:r>
                            </m:den>
                          </m:f>
                        </m:sub>
                      </m:sSub>
                    </m:oMath>
                  </m:oMathPara>
                </a14:m>
                <a:endParaRPr lang="en-TH" sz="1050" dirty="0"/>
              </a:p>
            </p:txBody>
          </p:sp>
        </mc:Choice>
        <mc:Fallback xmlns="">
          <p:sp>
            <p:nvSpPr>
              <p:cNvPr id="18" name="TextBox 17">
                <a:extLst>
                  <a:ext uri="{FF2B5EF4-FFF2-40B4-BE49-F238E27FC236}">
                    <a16:creationId xmlns:a16="http://schemas.microsoft.com/office/drawing/2014/main" id="{1FA4EF8B-C6E3-8F96-5505-70C67B395AA2}"/>
                  </a:ext>
                </a:extLst>
              </p:cNvPr>
              <p:cNvSpPr txBox="1">
                <a:spLocks noRot="1" noChangeAspect="1" noMove="1" noResize="1" noEditPoints="1" noAdjustHandles="1" noChangeArrowheads="1" noChangeShapeType="1" noTextEdit="1"/>
              </p:cNvSpPr>
              <p:nvPr/>
            </p:nvSpPr>
            <p:spPr>
              <a:xfrm>
                <a:off x="8138488" y="3652551"/>
                <a:ext cx="1165303" cy="362215"/>
              </a:xfrm>
              <a:prstGeom prst="rect">
                <a:avLst/>
              </a:prstGeom>
              <a:blipFill>
                <a:blip r:embed="rId9"/>
                <a:stretch>
                  <a:fillRect/>
                </a:stretch>
              </a:blipFill>
            </p:spPr>
            <p:txBody>
              <a:bodyPr/>
              <a:lstStyle/>
              <a:p>
                <a:r>
                  <a:rPr lang="en-TH">
                    <a:noFill/>
                  </a:rPr>
                  <a:t> </a:t>
                </a:r>
              </a:p>
            </p:txBody>
          </p:sp>
        </mc:Fallback>
      </mc:AlternateContent>
      <p:cxnSp>
        <p:nvCxnSpPr>
          <p:cNvPr id="20" name="Straight Arrow Connector 19">
            <a:extLst>
              <a:ext uri="{FF2B5EF4-FFF2-40B4-BE49-F238E27FC236}">
                <a16:creationId xmlns:a16="http://schemas.microsoft.com/office/drawing/2014/main" id="{267816C7-9F58-6226-6024-23F0215E0A9F}"/>
              </a:ext>
            </a:extLst>
          </p:cNvPr>
          <p:cNvCxnSpPr/>
          <p:nvPr/>
        </p:nvCxnSpPr>
        <p:spPr>
          <a:xfrm flipV="1">
            <a:off x="7968536" y="3833658"/>
            <a:ext cx="429437" cy="18110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p14="http://schemas.microsoft.com/office/powerpoint/2010/main">
        <mc:Choice Requires="p14">
          <p:contentPart p14:bwMode="auto" r:id="rId10">
            <p14:nvContentPartPr>
              <p14:cNvPr id="22" name="Ink 21">
                <a:extLst>
                  <a:ext uri="{FF2B5EF4-FFF2-40B4-BE49-F238E27FC236}">
                    <a16:creationId xmlns:a16="http://schemas.microsoft.com/office/drawing/2014/main" id="{8E10477D-FE79-DAF6-31C3-A39F0C6680F9}"/>
                  </a:ext>
                </a:extLst>
              </p14:cNvPr>
              <p14:cNvContentPartPr/>
              <p14:nvPr/>
            </p14:nvContentPartPr>
            <p14:xfrm>
              <a:off x="6112440" y="3983940"/>
              <a:ext cx="1778400" cy="23760"/>
            </p14:xfrm>
          </p:contentPart>
        </mc:Choice>
        <mc:Fallback xmlns="">
          <p:pic>
            <p:nvPicPr>
              <p:cNvPr id="22" name="Ink 21">
                <a:extLst>
                  <a:ext uri="{FF2B5EF4-FFF2-40B4-BE49-F238E27FC236}">
                    <a16:creationId xmlns:a16="http://schemas.microsoft.com/office/drawing/2014/main" id="{8E10477D-FE79-DAF6-31C3-A39F0C6680F9}"/>
                  </a:ext>
                </a:extLst>
              </p:cNvPr>
              <p:cNvPicPr/>
              <p:nvPr/>
            </p:nvPicPr>
            <p:blipFill>
              <a:blip r:embed="rId11"/>
              <a:stretch>
                <a:fillRect/>
              </a:stretch>
            </p:blipFill>
            <p:spPr>
              <a:xfrm>
                <a:off x="6058800" y="3876300"/>
                <a:ext cx="1886040" cy="239400"/>
              </a:xfrm>
              <a:prstGeom prst="rect">
                <a:avLst/>
              </a:prstGeom>
            </p:spPr>
          </p:pic>
        </mc:Fallback>
      </mc:AlternateContent>
      <p:pic>
        <p:nvPicPr>
          <p:cNvPr id="23" name="Picture 22">
            <a:extLst>
              <a:ext uri="{FF2B5EF4-FFF2-40B4-BE49-F238E27FC236}">
                <a16:creationId xmlns:a16="http://schemas.microsoft.com/office/drawing/2014/main" id="{0471BFBF-25CA-A8B7-A498-B1E6E91FAB8F}"/>
              </a:ext>
            </a:extLst>
          </p:cNvPr>
          <p:cNvPicPr>
            <a:picLocks noChangeAspect="1"/>
          </p:cNvPicPr>
          <p:nvPr/>
        </p:nvPicPr>
        <p:blipFill>
          <a:blip r:embed="rId12"/>
          <a:srcRect l="27453" t="85537" r="5009" b="2629"/>
          <a:stretch>
            <a:fillRect/>
          </a:stretch>
        </p:blipFill>
        <p:spPr>
          <a:xfrm>
            <a:off x="9033002" y="4748486"/>
            <a:ext cx="2270760" cy="251238"/>
          </a:xfrm>
          <a:prstGeom prst="rect">
            <a:avLst/>
          </a:prstGeom>
        </p:spPr>
      </p:pic>
      <p:cxnSp>
        <p:nvCxnSpPr>
          <p:cNvPr id="25" name="Straight Arrow Connector 24">
            <a:extLst>
              <a:ext uri="{FF2B5EF4-FFF2-40B4-BE49-F238E27FC236}">
                <a16:creationId xmlns:a16="http://schemas.microsoft.com/office/drawing/2014/main" id="{26B2C7E1-1C34-80D5-4DD9-989E2D9E271B}"/>
              </a:ext>
            </a:extLst>
          </p:cNvPr>
          <p:cNvCxnSpPr/>
          <p:nvPr/>
        </p:nvCxnSpPr>
        <p:spPr>
          <a:xfrm>
            <a:off x="8336280" y="4748486"/>
            <a:ext cx="617220" cy="12561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p14="http://schemas.microsoft.com/office/powerpoint/2010/main">
        <mc:Choice Requires="p14">
          <p:contentPart p14:bwMode="auto" r:id="rId13">
            <p14:nvContentPartPr>
              <p14:cNvPr id="26" name="Ink 25">
                <a:extLst>
                  <a:ext uri="{FF2B5EF4-FFF2-40B4-BE49-F238E27FC236}">
                    <a16:creationId xmlns:a16="http://schemas.microsoft.com/office/drawing/2014/main" id="{19199C93-678C-52A7-AF30-B9A4CD206B0A}"/>
                  </a:ext>
                </a:extLst>
              </p14:cNvPr>
              <p14:cNvContentPartPr/>
              <p14:nvPr/>
            </p14:nvContentPartPr>
            <p14:xfrm>
              <a:off x="6177300" y="4532580"/>
              <a:ext cx="2962800" cy="54000"/>
            </p14:xfrm>
          </p:contentPart>
        </mc:Choice>
        <mc:Fallback xmlns="">
          <p:pic>
            <p:nvPicPr>
              <p:cNvPr id="26" name="Ink 25">
                <a:extLst>
                  <a:ext uri="{FF2B5EF4-FFF2-40B4-BE49-F238E27FC236}">
                    <a16:creationId xmlns:a16="http://schemas.microsoft.com/office/drawing/2014/main" id="{19199C93-678C-52A7-AF30-B9A4CD206B0A}"/>
                  </a:ext>
                </a:extLst>
              </p:cNvPr>
              <p:cNvPicPr/>
              <p:nvPr/>
            </p:nvPicPr>
            <p:blipFill>
              <a:blip r:embed="rId14"/>
              <a:stretch>
                <a:fillRect/>
              </a:stretch>
            </p:blipFill>
            <p:spPr>
              <a:xfrm>
                <a:off x="6123660" y="4424580"/>
                <a:ext cx="3070440" cy="269640"/>
              </a:xfrm>
              <a:prstGeom prst="rect">
                <a:avLst/>
              </a:prstGeom>
            </p:spPr>
          </p:pic>
        </mc:Fallback>
      </mc:AlternateContent>
      <p:pic>
        <p:nvPicPr>
          <p:cNvPr id="27" name="Picture 26">
            <a:extLst>
              <a:ext uri="{FF2B5EF4-FFF2-40B4-BE49-F238E27FC236}">
                <a16:creationId xmlns:a16="http://schemas.microsoft.com/office/drawing/2014/main" id="{010F8C01-1C25-95CE-CD5F-A0EF602B2503}"/>
              </a:ext>
            </a:extLst>
          </p:cNvPr>
          <p:cNvPicPr>
            <a:picLocks noChangeAspect="1"/>
          </p:cNvPicPr>
          <p:nvPr/>
        </p:nvPicPr>
        <p:blipFill>
          <a:blip r:embed="rId15"/>
          <a:stretch>
            <a:fillRect/>
          </a:stretch>
        </p:blipFill>
        <p:spPr>
          <a:xfrm>
            <a:off x="2168473" y="2720364"/>
            <a:ext cx="3457667" cy="1319500"/>
          </a:xfrm>
          <a:prstGeom prst="rect">
            <a:avLst/>
          </a:prstGeom>
        </p:spPr>
      </p:pic>
      <p:pic>
        <p:nvPicPr>
          <p:cNvPr id="28" name="Picture 27">
            <a:extLst>
              <a:ext uri="{FF2B5EF4-FFF2-40B4-BE49-F238E27FC236}">
                <a16:creationId xmlns:a16="http://schemas.microsoft.com/office/drawing/2014/main" id="{0C32655A-66B5-1C8B-1B9F-5ED81E56F2E9}"/>
              </a:ext>
            </a:extLst>
          </p:cNvPr>
          <p:cNvPicPr>
            <a:picLocks noChangeAspect="1"/>
          </p:cNvPicPr>
          <p:nvPr/>
        </p:nvPicPr>
        <p:blipFill>
          <a:blip r:embed="rId16"/>
          <a:stretch>
            <a:fillRect/>
          </a:stretch>
        </p:blipFill>
        <p:spPr>
          <a:xfrm>
            <a:off x="1845496" y="4070705"/>
            <a:ext cx="3823784" cy="471765"/>
          </a:xfrm>
          <a:prstGeom prst="rect">
            <a:avLst/>
          </a:prstGeom>
        </p:spPr>
      </p:pic>
      <mc:AlternateContent xmlns:mc="http://schemas.openxmlformats.org/markup-compatibility/2006" xmlns:p14="http://schemas.microsoft.com/office/powerpoint/2010/main">
        <mc:Choice Requires="p14">
          <p:contentPart p14:bwMode="auto" r:id="rId17">
            <p14:nvContentPartPr>
              <p14:cNvPr id="32" name="Ink 31">
                <a:extLst>
                  <a:ext uri="{FF2B5EF4-FFF2-40B4-BE49-F238E27FC236}">
                    <a16:creationId xmlns:a16="http://schemas.microsoft.com/office/drawing/2014/main" id="{DEE3D6FD-D693-FFAC-0C5C-723357688BD7}"/>
                  </a:ext>
                </a:extLst>
              </p14:cNvPr>
              <p14:cNvContentPartPr/>
              <p14:nvPr/>
            </p14:nvContentPartPr>
            <p14:xfrm>
              <a:off x="2532180" y="2822040"/>
              <a:ext cx="916920" cy="33120"/>
            </p14:xfrm>
          </p:contentPart>
        </mc:Choice>
        <mc:Fallback xmlns="">
          <p:pic>
            <p:nvPicPr>
              <p:cNvPr id="32" name="Ink 31">
                <a:extLst>
                  <a:ext uri="{FF2B5EF4-FFF2-40B4-BE49-F238E27FC236}">
                    <a16:creationId xmlns:a16="http://schemas.microsoft.com/office/drawing/2014/main" id="{DEE3D6FD-D693-FFAC-0C5C-723357688BD7}"/>
                  </a:ext>
                </a:extLst>
              </p:cNvPr>
              <p:cNvPicPr/>
              <p:nvPr/>
            </p:nvPicPr>
            <p:blipFill>
              <a:blip r:embed="rId18"/>
              <a:stretch>
                <a:fillRect/>
              </a:stretch>
            </p:blipFill>
            <p:spPr>
              <a:xfrm>
                <a:off x="2478180" y="2714040"/>
                <a:ext cx="1024560" cy="24876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3" name="Ink 32">
                <a:extLst>
                  <a:ext uri="{FF2B5EF4-FFF2-40B4-BE49-F238E27FC236}">
                    <a16:creationId xmlns:a16="http://schemas.microsoft.com/office/drawing/2014/main" id="{ED5B86E3-906B-041F-68C1-A7152AA8B836}"/>
                  </a:ext>
                </a:extLst>
              </p14:cNvPr>
              <p14:cNvContentPartPr/>
              <p14:nvPr/>
            </p14:nvContentPartPr>
            <p14:xfrm>
              <a:off x="2957640" y="4147299"/>
              <a:ext cx="746640" cy="23040"/>
            </p14:xfrm>
          </p:contentPart>
        </mc:Choice>
        <mc:Fallback xmlns="">
          <p:pic>
            <p:nvPicPr>
              <p:cNvPr id="33" name="Ink 32">
                <a:extLst>
                  <a:ext uri="{FF2B5EF4-FFF2-40B4-BE49-F238E27FC236}">
                    <a16:creationId xmlns:a16="http://schemas.microsoft.com/office/drawing/2014/main" id="{ED5B86E3-906B-041F-68C1-A7152AA8B836}"/>
                  </a:ext>
                </a:extLst>
              </p:cNvPr>
              <p:cNvPicPr/>
              <p:nvPr/>
            </p:nvPicPr>
            <p:blipFill>
              <a:blip r:embed="rId20"/>
              <a:stretch>
                <a:fillRect/>
              </a:stretch>
            </p:blipFill>
            <p:spPr>
              <a:xfrm>
                <a:off x="2904000" y="4039659"/>
                <a:ext cx="854280" cy="238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5" name="Ink 34">
                <a:extLst>
                  <a:ext uri="{FF2B5EF4-FFF2-40B4-BE49-F238E27FC236}">
                    <a16:creationId xmlns:a16="http://schemas.microsoft.com/office/drawing/2014/main" id="{EDA5A633-E16C-84C6-84D8-3CF09C82E1DA}"/>
                  </a:ext>
                </a:extLst>
              </p14:cNvPr>
              <p14:cNvContentPartPr/>
              <p14:nvPr/>
            </p14:nvContentPartPr>
            <p14:xfrm>
              <a:off x="3451200" y="4258899"/>
              <a:ext cx="691560" cy="27720"/>
            </p14:xfrm>
          </p:contentPart>
        </mc:Choice>
        <mc:Fallback xmlns="">
          <p:pic>
            <p:nvPicPr>
              <p:cNvPr id="35" name="Ink 34">
                <a:extLst>
                  <a:ext uri="{FF2B5EF4-FFF2-40B4-BE49-F238E27FC236}">
                    <a16:creationId xmlns:a16="http://schemas.microsoft.com/office/drawing/2014/main" id="{EDA5A633-E16C-84C6-84D8-3CF09C82E1DA}"/>
                  </a:ext>
                </a:extLst>
              </p:cNvPr>
              <p:cNvPicPr/>
              <p:nvPr/>
            </p:nvPicPr>
            <p:blipFill>
              <a:blip r:embed="rId22"/>
              <a:stretch>
                <a:fillRect/>
              </a:stretch>
            </p:blipFill>
            <p:spPr>
              <a:xfrm>
                <a:off x="3397560" y="4150899"/>
                <a:ext cx="799200" cy="243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6" name="Ink 35">
                <a:extLst>
                  <a:ext uri="{FF2B5EF4-FFF2-40B4-BE49-F238E27FC236}">
                    <a16:creationId xmlns:a16="http://schemas.microsoft.com/office/drawing/2014/main" id="{3FD5F8E7-1613-2587-1ADF-DC7537B19656}"/>
                  </a:ext>
                </a:extLst>
              </p14:cNvPr>
              <p14:cNvContentPartPr/>
              <p14:nvPr/>
            </p14:nvContentPartPr>
            <p14:xfrm>
              <a:off x="4869960" y="4274379"/>
              <a:ext cx="639360" cy="36000"/>
            </p14:xfrm>
          </p:contentPart>
        </mc:Choice>
        <mc:Fallback xmlns="">
          <p:pic>
            <p:nvPicPr>
              <p:cNvPr id="36" name="Ink 35">
                <a:extLst>
                  <a:ext uri="{FF2B5EF4-FFF2-40B4-BE49-F238E27FC236}">
                    <a16:creationId xmlns:a16="http://schemas.microsoft.com/office/drawing/2014/main" id="{3FD5F8E7-1613-2587-1ADF-DC7537B19656}"/>
                  </a:ext>
                </a:extLst>
              </p:cNvPr>
              <p:cNvPicPr/>
              <p:nvPr/>
            </p:nvPicPr>
            <p:blipFill>
              <a:blip r:embed="rId24"/>
              <a:stretch>
                <a:fillRect/>
              </a:stretch>
            </p:blipFill>
            <p:spPr>
              <a:xfrm>
                <a:off x="4816320" y="4166379"/>
                <a:ext cx="747000" cy="25164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7" name="Ink 36">
                <a:extLst>
                  <a:ext uri="{FF2B5EF4-FFF2-40B4-BE49-F238E27FC236}">
                    <a16:creationId xmlns:a16="http://schemas.microsoft.com/office/drawing/2014/main" id="{C7589F92-DB85-07D2-9739-9665F82FA61E}"/>
                  </a:ext>
                </a:extLst>
              </p14:cNvPr>
              <p14:cNvContentPartPr/>
              <p14:nvPr/>
            </p14:nvContentPartPr>
            <p14:xfrm>
              <a:off x="6339540" y="3364920"/>
              <a:ext cx="787320" cy="73800"/>
            </p14:xfrm>
          </p:contentPart>
        </mc:Choice>
        <mc:Fallback xmlns="">
          <p:pic>
            <p:nvPicPr>
              <p:cNvPr id="37" name="Ink 36">
                <a:extLst>
                  <a:ext uri="{FF2B5EF4-FFF2-40B4-BE49-F238E27FC236}">
                    <a16:creationId xmlns:a16="http://schemas.microsoft.com/office/drawing/2014/main" id="{C7589F92-DB85-07D2-9739-9665F82FA61E}"/>
                  </a:ext>
                </a:extLst>
              </p:cNvPr>
              <p:cNvPicPr/>
              <p:nvPr/>
            </p:nvPicPr>
            <p:blipFill>
              <a:blip r:embed="rId26"/>
              <a:stretch>
                <a:fillRect/>
              </a:stretch>
            </p:blipFill>
            <p:spPr>
              <a:xfrm>
                <a:off x="6285900" y="3257280"/>
                <a:ext cx="894960" cy="289440"/>
              </a:xfrm>
              <a:prstGeom prst="rect">
                <a:avLst/>
              </a:prstGeom>
            </p:spPr>
          </p:pic>
        </mc:Fallback>
      </mc:AlternateContent>
      <p:sp>
        <p:nvSpPr>
          <p:cNvPr id="39" name="Slide Number Placeholder 38">
            <a:extLst>
              <a:ext uri="{FF2B5EF4-FFF2-40B4-BE49-F238E27FC236}">
                <a16:creationId xmlns:a16="http://schemas.microsoft.com/office/drawing/2014/main" id="{090B9CDE-3BB8-9EFE-28F2-9EAF1396D15B}"/>
              </a:ext>
            </a:extLst>
          </p:cNvPr>
          <p:cNvSpPr>
            <a:spLocks noGrp="1"/>
          </p:cNvSpPr>
          <p:nvPr>
            <p:ph type="sldNum" sz="quarter" idx="12"/>
          </p:nvPr>
        </p:nvSpPr>
        <p:spPr/>
        <p:txBody>
          <a:bodyPr/>
          <a:lstStyle/>
          <a:p>
            <a:fld id="{195D7342-CC80-6047-A3DE-3D7AEED4C2EB}" type="slidenum">
              <a:rPr lang="en-TH" smtClean="0"/>
              <a:t>9</a:t>
            </a:fld>
            <a:endParaRPr lang="en-TH"/>
          </a:p>
        </p:txBody>
      </p:sp>
    </p:spTree>
    <p:extLst>
      <p:ext uri="{BB962C8B-B14F-4D97-AF65-F5344CB8AC3E}">
        <p14:creationId xmlns:p14="http://schemas.microsoft.com/office/powerpoint/2010/main" val="13916133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778CC-83C4-0132-4D31-F2ADC6F2F369}"/>
              </a:ext>
            </a:extLst>
          </p:cNvPr>
          <p:cNvSpPr>
            <a:spLocks noGrp="1"/>
          </p:cNvSpPr>
          <p:nvPr>
            <p:ph type="title"/>
          </p:nvPr>
        </p:nvSpPr>
        <p:spPr/>
        <p:txBody>
          <a:bodyPr>
            <a:normAutofit fontScale="90000"/>
          </a:bodyPr>
          <a:lstStyle/>
          <a:p>
            <a:r>
              <a:rPr lang="en-US" dirty="0"/>
              <a:t>Multiplying two decomposed polynomials</a:t>
            </a:r>
            <a:br>
              <a:rPr lang="en-US" dirty="0"/>
            </a:br>
            <a:endParaRPr lang="en-TH" dirty="0"/>
          </a:p>
        </p:txBody>
      </p:sp>
      <p:sp>
        <p:nvSpPr>
          <p:cNvPr id="3" name="Content Placeholder 2">
            <a:extLst>
              <a:ext uri="{FF2B5EF4-FFF2-40B4-BE49-F238E27FC236}">
                <a16:creationId xmlns:a16="http://schemas.microsoft.com/office/drawing/2014/main" id="{C94CEE85-6FCC-3ABC-E446-FF52EBB18955}"/>
              </a:ext>
            </a:extLst>
          </p:cNvPr>
          <p:cNvSpPr>
            <a:spLocks noGrp="1"/>
          </p:cNvSpPr>
          <p:nvPr>
            <p:ph idx="1"/>
          </p:nvPr>
        </p:nvSpPr>
        <p:spPr>
          <a:xfrm>
            <a:off x="2231136" y="2638044"/>
            <a:ext cx="7729728" cy="1550991"/>
          </a:xfrm>
        </p:spPr>
        <p:txBody>
          <a:bodyPr/>
          <a:lstStyle/>
          <a:p>
            <a:r>
              <a:rPr lang="en-US" dirty="0"/>
              <a:t>Let’s try to multiply two degree-d polynomials</a:t>
            </a:r>
            <a:endParaRPr lang="en-TH" dirty="0"/>
          </a:p>
        </p:txBody>
      </p:sp>
      <p:pic>
        <p:nvPicPr>
          <p:cNvPr id="4" name="Picture 3">
            <a:extLst>
              <a:ext uri="{FF2B5EF4-FFF2-40B4-BE49-F238E27FC236}">
                <a16:creationId xmlns:a16="http://schemas.microsoft.com/office/drawing/2014/main" id="{5FB7A229-8D38-0F2C-62EE-FCF248AE8E04}"/>
              </a:ext>
            </a:extLst>
          </p:cNvPr>
          <p:cNvPicPr>
            <a:picLocks noChangeAspect="1"/>
          </p:cNvPicPr>
          <p:nvPr/>
        </p:nvPicPr>
        <p:blipFill>
          <a:blip r:embed="rId2"/>
          <a:stretch>
            <a:fillRect/>
          </a:stretch>
        </p:blipFill>
        <p:spPr>
          <a:xfrm>
            <a:off x="2231136" y="2983345"/>
            <a:ext cx="7772400" cy="120569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B381880F-27CB-5A4F-8CF8-E54E47FE3BDE}"/>
                  </a:ext>
                </a:extLst>
              </p14:cNvPr>
              <p14:cNvContentPartPr/>
              <p14:nvPr/>
            </p14:nvContentPartPr>
            <p14:xfrm>
              <a:off x="4579560" y="3947760"/>
              <a:ext cx="767160" cy="39600"/>
            </p14:xfrm>
          </p:contentPart>
        </mc:Choice>
        <mc:Fallback xmlns="">
          <p:pic>
            <p:nvPicPr>
              <p:cNvPr id="6" name="Ink 5">
                <a:extLst>
                  <a:ext uri="{FF2B5EF4-FFF2-40B4-BE49-F238E27FC236}">
                    <a16:creationId xmlns:a16="http://schemas.microsoft.com/office/drawing/2014/main" id="{B381880F-27CB-5A4F-8CF8-E54E47FE3BDE}"/>
                  </a:ext>
                </a:extLst>
              </p:cNvPr>
              <p:cNvPicPr/>
              <p:nvPr/>
            </p:nvPicPr>
            <p:blipFill>
              <a:blip r:embed="rId4"/>
              <a:stretch>
                <a:fillRect/>
              </a:stretch>
            </p:blipFill>
            <p:spPr>
              <a:xfrm>
                <a:off x="4525920" y="3839760"/>
                <a:ext cx="874800" cy="255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CB3A6DD5-E94C-C02B-4B1A-ABE5EF6BF7EF}"/>
                  </a:ext>
                </a:extLst>
              </p14:cNvPr>
              <p14:cNvContentPartPr/>
              <p14:nvPr/>
            </p14:nvContentPartPr>
            <p14:xfrm>
              <a:off x="5285520" y="3445200"/>
              <a:ext cx="2757960" cy="30960"/>
            </p14:xfrm>
          </p:contentPart>
        </mc:Choice>
        <mc:Fallback xmlns="">
          <p:pic>
            <p:nvPicPr>
              <p:cNvPr id="8" name="Ink 7">
                <a:extLst>
                  <a:ext uri="{FF2B5EF4-FFF2-40B4-BE49-F238E27FC236}">
                    <a16:creationId xmlns:a16="http://schemas.microsoft.com/office/drawing/2014/main" id="{CB3A6DD5-E94C-C02B-4B1A-ABE5EF6BF7EF}"/>
                  </a:ext>
                </a:extLst>
              </p:cNvPr>
              <p:cNvPicPr/>
              <p:nvPr/>
            </p:nvPicPr>
            <p:blipFill>
              <a:blip r:embed="rId6"/>
              <a:stretch>
                <a:fillRect/>
              </a:stretch>
            </p:blipFill>
            <p:spPr>
              <a:xfrm>
                <a:off x="5231520" y="3337560"/>
                <a:ext cx="2865600" cy="246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9" name="Ink 8">
                <a:extLst>
                  <a:ext uri="{FF2B5EF4-FFF2-40B4-BE49-F238E27FC236}">
                    <a16:creationId xmlns:a16="http://schemas.microsoft.com/office/drawing/2014/main" id="{C697BA29-2759-6CF0-1C60-50569D53D7D7}"/>
                  </a:ext>
                </a:extLst>
              </p14:cNvPr>
              <p14:cNvContentPartPr/>
              <p14:nvPr/>
            </p14:nvContentPartPr>
            <p14:xfrm>
              <a:off x="3565440" y="4011480"/>
              <a:ext cx="744840" cy="15840"/>
            </p14:xfrm>
          </p:contentPart>
        </mc:Choice>
        <mc:Fallback xmlns="">
          <p:pic>
            <p:nvPicPr>
              <p:cNvPr id="9" name="Ink 8">
                <a:extLst>
                  <a:ext uri="{FF2B5EF4-FFF2-40B4-BE49-F238E27FC236}">
                    <a16:creationId xmlns:a16="http://schemas.microsoft.com/office/drawing/2014/main" id="{C697BA29-2759-6CF0-1C60-50569D53D7D7}"/>
                  </a:ext>
                </a:extLst>
              </p:cNvPr>
              <p:cNvPicPr/>
              <p:nvPr/>
            </p:nvPicPr>
            <p:blipFill>
              <a:blip r:embed="rId8"/>
              <a:stretch>
                <a:fillRect/>
              </a:stretch>
            </p:blipFill>
            <p:spPr>
              <a:xfrm>
                <a:off x="3511800" y="3903480"/>
                <a:ext cx="85248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3" name="Ink 12">
                <a:extLst>
                  <a:ext uri="{FF2B5EF4-FFF2-40B4-BE49-F238E27FC236}">
                    <a16:creationId xmlns:a16="http://schemas.microsoft.com/office/drawing/2014/main" id="{AF67DFB5-8C3C-43F2-F543-11376BD62164}"/>
                  </a:ext>
                </a:extLst>
              </p14:cNvPr>
              <p14:cNvContentPartPr/>
              <p14:nvPr/>
            </p14:nvContentPartPr>
            <p14:xfrm>
              <a:off x="3575160" y="3439080"/>
              <a:ext cx="1409760" cy="30240"/>
            </p14:xfrm>
          </p:contentPart>
        </mc:Choice>
        <mc:Fallback xmlns="">
          <p:pic>
            <p:nvPicPr>
              <p:cNvPr id="13" name="Ink 12">
                <a:extLst>
                  <a:ext uri="{FF2B5EF4-FFF2-40B4-BE49-F238E27FC236}">
                    <a16:creationId xmlns:a16="http://schemas.microsoft.com/office/drawing/2014/main" id="{AF67DFB5-8C3C-43F2-F543-11376BD62164}"/>
                  </a:ext>
                </a:extLst>
              </p:cNvPr>
              <p:cNvPicPr/>
              <p:nvPr/>
            </p:nvPicPr>
            <p:blipFill>
              <a:blip r:embed="rId10"/>
              <a:stretch>
                <a:fillRect/>
              </a:stretch>
            </p:blipFill>
            <p:spPr>
              <a:xfrm>
                <a:off x="3521160" y="3331440"/>
                <a:ext cx="1517400" cy="2458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5" name="Ink 14">
                <a:extLst>
                  <a:ext uri="{FF2B5EF4-FFF2-40B4-BE49-F238E27FC236}">
                    <a16:creationId xmlns:a16="http://schemas.microsoft.com/office/drawing/2014/main" id="{CF522532-9500-98D9-04CC-8A06092ED0F7}"/>
                  </a:ext>
                </a:extLst>
              </p14:cNvPr>
              <p14:cNvContentPartPr/>
              <p14:nvPr/>
            </p14:nvContentPartPr>
            <p14:xfrm>
              <a:off x="8355240" y="3434760"/>
              <a:ext cx="1516680" cy="29520"/>
            </p14:xfrm>
          </p:contentPart>
        </mc:Choice>
        <mc:Fallback xmlns="">
          <p:pic>
            <p:nvPicPr>
              <p:cNvPr id="15" name="Ink 14">
                <a:extLst>
                  <a:ext uri="{FF2B5EF4-FFF2-40B4-BE49-F238E27FC236}">
                    <a16:creationId xmlns:a16="http://schemas.microsoft.com/office/drawing/2014/main" id="{CF522532-9500-98D9-04CC-8A06092ED0F7}"/>
                  </a:ext>
                </a:extLst>
              </p:cNvPr>
              <p:cNvPicPr/>
              <p:nvPr/>
            </p:nvPicPr>
            <p:blipFill>
              <a:blip r:embed="rId12"/>
              <a:stretch>
                <a:fillRect/>
              </a:stretch>
            </p:blipFill>
            <p:spPr>
              <a:xfrm>
                <a:off x="8301600" y="3327120"/>
                <a:ext cx="1624320" cy="245160"/>
              </a:xfrm>
              <a:prstGeom prst="rect">
                <a:avLst/>
              </a:prstGeom>
            </p:spPr>
          </p:pic>
        </mc:Fallback>
      </mc:AlternateContent>
      <p:pic>
        <p:nvPicPr>
          <p:cNvPr id="17" name="Picture 16">
            <a:extLst>
              <a:ext uri="{FF2B5EF4-FFF2-40B4-BE49-F238E27FC236}">
                <a16:creationId xmlns:a16="http://schemas.microsoft.com/office/drawing/2014/main" id="{BC8851F4-DE4E-4CA8-2687-C242DD10B77A}"/>
              </a:ext>
            </a:extLst>
          </p:cNvPr>
          <p:cNvPicPr>
            <a:picLocks noChangeAspect="1"/>
          </p:cNvPicPr>
          <p:nvPr/>
        </p:nvPicPr>
        <p:blipFill>
          <a:blip r:embed="rId13"/>
          <a:srcRect t="1" b="23711"/>
          <a:stretch>
            <a:fillRect/>
          </a:stretch>
        </p:blipFill>
        <p:spPr>
          <a:xfrm>
            <a:off x="2231136" y="4529520"/>
            <a:ext cx="4751070" cy="238740"/>
          </a:xfrm>
          <a:prstGeom prst="rect">
            <a:avLst/>
          </a:prstGeom>
        </p:spPr>
      </p:pic>
      <p:sp>
        <p:nvSpPr>
          <p:cNvPr id="20" name="TextBox 19">
            <a:extLst>
              <a:ext uri="{FF2B5EF4-FFF2-40B4-BE49-F238E27FC236}">
                <a16:creationId xmlns:a16="http://schemas.microsoft.com/office/drawing/2014/main" id="{CA266B9F-D682-9338-1B97-3372353D46C9}"/>
              </a:ext>
            </a:extLst>
          </p:cNvPr>
          <p:cNvSpPr txBox="1"/>
          <p:nvPr/>
        </p:nvSpPr>
        <p:spPr>
          <a:xfrm>
            <a:off x="2188464" y="6128593"/>
            <a:ext cx="5538216" cy="369332"/>
          </a:xfrm>
          <a:prstGeom prst="rect">
            <a:avLst/>
          </a:prstGeom>
          <a:noFill/>
        </p:spPr>
        <p:txBody>
          <a:bodyPr wrap="square" rtlCol="0">
            <a:spAutoFit/>
          </a:bodyPr>
          <a:lstStyle/>
          <a:p>
            <a:r>
              <a:rPr lang="en-TH" dirty="0"/>
              <a:t>= </a:t>
            </a:r>
            <a:r>
              <a:rPr lang="en-US" dirty="0"/>
              <a:t>represent the half-NTT of its vectorized coefficients </a:t>
            </a:r>
            <a:endParaRPr lang="en-TH" dirty="0"/>
          </a:p>
        </p:txBody>
      </p:sp>
      <p:pic>
        <p:nvPicPr>
          <p:cNvPr id="21" name="Picture 20">
            <a:extLst>
              <a:ext uri="{FF2B5EF4-FFF2-40B4-BE49-F238E27FC236}">
                <a16:creationId xmlns:a16="http://schemas.microsoft.com/office/drawing/2014/main" id="{28CC8920-704A-F5C6-AF7D-E737C0A0F7A9}"/>
              </a:ext>
            </a:extLst>
          </p:cNvPr>
          <p:cNvPicPr>
            <a:picLocks noChangeAspect="1"/>
          </p:cNvPicPr>
          <p:nvPr/>
        </p:nvPicPr>
        <p:blipFill>
          <a:blip r:embed="rId14"/>
          <a:srcRect t="6681" r="82396"/>
          <a:stretch>
            <a:fillRect/>
          </a:stretch>
        </p:blipFill>
        <p:spPr>
          <a:xfrm>
            <a:off x="1681485" y="6128593"/>
            <a:ext cx="421635" cy="304146"/>
          </a:xfrm>
          <a:prstGeom prst="rect">
            <a:avLst/>
          </a:prstGeom>
        </p:spPr>
      </p:pic>
      <p:pic>
        <p:nvPicPr>
          <p:cNvPr id="22" name="Picture 21">
            <a:extLst>
              <a:ext uri="{FF2B5EF4-FFF2-40B4-BE49-F238E27FC236}">
                <a16:creationId xmlns:a16="http://schemas.microsoft.com/office/drawing/2014/main" id="{1C52F29E-B418-0718-5954-2B50E8EEC9D1}"/>
              </a:ext>
            </a:extLst>
          </p:cNvPr>
          <p:cNvPicPr>
            <a:picLocks noChangeAspect="1"/>
          </p:cNvPicPr>
          <p:nvPr/>
        </p:nvPicPr>
        <p:blipFill>
          <a:blip r:embed="rId15"/>
          <a:stretch>
            <a:fillRect/>
          </a:stretch>
        </p:blipFill>
        <p:spPr>
          <a:xfrm>
            <a:off x="7353300" y="6130433"/>
            <a:ext cx="1187360" cy="385090"/>
          </a:xfrm>
          <a:prstGeom prst="rect">
            <a:avLst/>
          </a:prstGeom>
        </p:spPr>
      </p:pic>
      <p:pic>
        <p:nvPicPr>
          <p:cNvPr id="23" name="Picture 22">
            <a:extLst>
              <a:ext uri="{FF2B5EF4-FFF2-40B4-BE49-F238E27FC236}">
                <a16:creationId xmlns:a16="http://schemas.microsoft.com/office/drawing/2014/main" id="{2DB7C6BC-4B14-67E1-2BB2-35D277EFD7FC}"/>
              </a:ext>
            </a:extLst>
          </p:cNvPr>
          <p:cNvPicPr>
            <a:picLocks noChangeAspect="1"/>
          </p:cNvPicPr>
          <p:nvPr/>
        </p:nvPicPr>
        <p:blipFill>
          <a:blip r:embed="rId16"/>
          <a:stretch>
            <a:fillRect/>
          </a:stretch>
        </p:blipFill>
        <p:spPr>
          <a:xfrm>
            <a:off x="2240091" y="4853392"/>
            <a:ext cx="1117600" cy="368300"/>
          </a:xfrm>
          <a:prstGeom prst="rect">
            <a:avLst/>
          </a:prstGeom>
        </p:spPr>
      </p:pic>
      <p:pic>
        <p:nvPicPr>
          <p:cNvPr id="24" name="Picture 23">
            <a:extLst>
              <a:ext uri="{FF2B5EF4-FFF2-40B4-BE49-F238E27FC236}">
                <a16:creationId xmlns:a16="http://schemas.microsoft.com/office/drawing/2014/main" id="{F431A107-5F6F-732C-BEE1-8A2D29A92E37}"/>
              </a:ext>
            </a:extLst>
          </p:cNvPr>
          <p:cNvPicPr>
            <a:picLocks noChangeAspect="1"/>
          </p:cNvPicPr>
          <p:nvPr/>
        </p:nvPicPr>
        <p:blipFill>
          <a:blip r:embed="rId17"/>
          <a:stretch>
            <a:fillRect/>
          </a:stretch>
        </p:blipFill>
        <p:spPr>
          <a:xfrm>
            <a:off x="3417420" y="4857552"/>
            <a:ext cx="1785720" cy="659534"/>
          </a:xfrm>
          <a:prstGeom prst="rect">
            <a:avLst/>
          </a:prstGeom>
        </p:spPr>
      </p:pic>
      <p:pic>
        <p:nvPicPr>
          <p:cNvPr id="25" name="Picture 24">
            <a:extLst>
              <a:ext uri="{FF2B5EF4-FFF2-40B4-BE49-F238E27FC236}">
                <a16:creationId xmlns:a16="http://schemas.microsoft.com/office/drawing/2014/main" id="{475F760D-4499-85C2-8D10-1D30B39EDEC9}"/>
              </a:ext>
            </a:extLst>
          </p:cNvPr>
          <p:cNvPicPr>
            <a:picLocks noChangeAspect="1"/>
          </p:cNvPicPr>
          <p:nvPr/>
        </p:nvPicPr>
        <p:blipFill>
          <a:blip r:embed="rId18"/>
          <a:stretch>
            <a:fillRect/>
          </a:stretch>
        </p:blipFill>
        <p:spPr>
          <a:xfrm>
            <a:off x="2240091" y="5550961"/>
            <a:ext cx="3252470" cy="415917"/>
          </a:xfrm>
          <a:prstGeom prst="rect">
            <a:avLst/>
          </a:prstGeom>
        </p:spPr>
      </p:pic>
      <p:pic>
        <p:nvPicPr>
          <p:cNvPr id="28" name="Picture 27">
            <a:extLst>
              <a:ext uri="{FF2B5EF4-FFF2-40B4-BE49-F238E27FC236}">
                <a16:creationId xmlns:a16="http://schemas.microsoft.com/office/drawing/2014/main" id="{B0C0B0D4-7E4E-CD60-C5BD-4FF9A7465CAD}"/>
              </a:ext>
            </a:extLst>
          </p:cNvPr>
          <p:cNvPicPr>
            <a:picLocks noChangeAspect="1"/>
          </p:cNvPicPr>
          <p:nvPr/>
        </p:nvPicPr>
        <p:blipFill>
          <a:blip r:embed="rId19"/>
          <a:stretch>
            <a:fillRect/>
          </a:stretch>
        </p:blipFill>
        <p:spPr>
          <a:xfrm>
            <a:off x="7058333" y="4535995"/>
            <a:ext cx="3740170" cy="304146"/>
          </a:xfrm>
          <a:prstGeom prst="rect">
            <a:avLst/>
          </a:prstGeom>
        </p:spPr>
      </p:pic>
      <p:pic>
        <p:nvPicPr>
          <p:cNvPr id="29" name="Picture 28">
            <a:extLst>
              <a:ext uri="{FF2B5EF4-FFF2-40B4-BE49-F238E27FC236}">
                <a16:creationId xmlns:a16="http://schemas.microsoft.com/office/drawing/2014/main" id="{9C80B4A5-EC50-C0FD-2190-69C8AA470395}"/>
              </a:ext>
            </a:extLst>
          </p:cNvPr>
          <p:cNvPicPr>
            <a:picLocks noChangeAspect="1"/>
          </p:cNvPicPr>
          <p:nvPr/>
        </p:nvPicPr>
        <p:blipFill>
          <a:blip r:embed="rId14"/>
          <a:srcRect l="-1" t="6681" r="-1" b="4994"/>
          <a:stretch>
            <a:fillRect/>
          </a:stretch>
        </p:blipFill>
        <p:spPr>
          <a:xfrm>
            <a:off x="7058333" y="4923367"/>
            <a:ext cx="2778411" cy="333933"/>
          </a:xfrm>
          <a:prstGeom prst="rect">
            <a:avLst/>
          </a:prstGeom>
        </p:spPr>
      </p:pic>
      <p:cxnSp>
        <p:nvCxnSpPr>
          <p:cNvPr id="31" name="Straight Arrow Connector 30">
            <a:extLst>
              <a:ext uri="{FF2B5EF4-FFF2-40B4-BE49-F238E27FC236}">
                <a16:creationId xmlns:a16="http://schemas.microsoft.com/office/drawing/2014/main" id="{88ACBAE6-33B8-57E4-9F4F-43EE1367DDF4}"/>
              </a:ext>
            </a:extLst>
          </p:cNvPr>
          <p:cNvCxnSpPr>
            <a:cxnSpLocks/>
          </p:cNvCxnSpPr>
          <p:nvPr/>
        </p:nvCxnSpPr>
        <p:spPr>
          <a:xfrm flipH="1">
            <a:off x="3357691" y="4123893"/>
            <a:ext cx="217469" cy="40562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FC2C8627-C489-C1C0-1288-0F1BBA92D5A3}"/>
              </a:ext>
            </a:extLst>
          </p:cNvPr>
          <p:cNvCxnSpPr>
            <a:cxnSpLocks/>
          </p:cNvCxnSpPr>
          <p:nvPr/>
        </p:nvCxnSpPr>
        <p:spPr>
          <a:xfrm>
            <a:off x="4984920" y="4116393"/>
            <a:ext cx="2282154" cy="41960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36" name="Picture 35">
            <a:extLst>
              <a:ext uri="{FF2B5EF4-FFF2-40B4-BE49-F238E27FC236}">
                <a16:creationId xmlns:a16="http://schemas.microsoft.com/office/drawing/2014/main" id="{C2286FA8-A0BD-364E-28D5-F21DC0F881FD}"/>
              </a:ext>
            </a:extLst>
          </p:cNvPr>
          <p:cNvPicPr>
            <a:picLocks noChangeAspect="1"/>
          </p:cNvPicPr>
          <p:nvPr/>
        </p:nvPicPr>
        <p:blipFill>
          <a:blip r:embed="rId20"/>
          <a:stretch>
            <a:fillRect/>
          </a:stretch>
        </p:blipFill>
        <p:spPr>
          <a:xfrm>
            <a:off x="5606059" y="4865227"/>
            <a:ext cx="1093382" cy="1101651"/>
          </a:xfrm>
          <a:prstGeom prst="rect">
            <a:avLst/>
          </a:prstGeom>
        </p:spPr>
      </p:pic>
      <p:sp>
        <p:nvSpPr>
          <p:cNvPr id="37" name="Slide Number Placeholder 36">
            <a:extLst>
              <a:ext uri="{FF2B5EF4-FFF2-40B4-BE49-F238E27FC236}">
                <a16:creationId xmlns:a16="http://schemas.microsoft.com/office/drawing/2014/main" id="{96A07776-3BED-EBD5-9798-3E500BFFF07A}"/>
              </a:ext>
            </a:extLst>
          </p:cNvPr>
          <p:cNvSpPr>
            <a:spLocks noGrp="1"/>
          </p:cNvSpPr>
          <p:nvPr>
            <p:ph type="sldNum" sz="quarter" idx="12"/>
          </p:nvPr>
        </p:nvSpPr>
        <p:spPr/>
        <p:txBody>
          <a:bodyPr/>
          <a:lstStyle/>
          <a:p>
            <a:fld id="{195D7342-CC80-6047-A3DE-3D7AEED4C2EB}" type="slidenum">
              <a:rPr lang="en-TH" smtClean="0"/>
              <a:t>10</a:t>
            </a:fld>
            <a:endParaRPr lang="en-TH"/>
          </a:p>
        </p:txBody>
      </p:sp>
    </p:spTree>
    <p:extLst>
      <p:ext uri="{BB962C8B-B14F-4D97-AF65-F5344CB8AC3E}">
        <p14:creationId xmlns:p14="http://schemas.microsoft.com/office/powerpoint/2010/main" val="2658086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456B0-3878-09CE-804F-66EEAE6537DA}"/>
              </a:ext>
            </a:extLst>
          </p:cNvPr>
          <p:cNvSpPr>
            <a:spLocks noGrp="1"/>
          </p:cNvSpPr>
          <p:nvPr>
            <p:ph type="title"/>
          </p:nvPr>
        </p:nvSpPr>
        <p:spPr/>
        <p:txBody>
          <a:bodyPr/>
          <a:lstStyle/>
          <a:p>
            <a:r>
              <a:rPr lang="en-TH" dirty="0"/>
              <a:t>Implementation</a:t>
            </a:r>
          </a:p>
        </p:txBody>
      </p:sp>
      <p:pic>
        <p:nvPicPr>
          <p:cNvPr id="6" name="Content Placeholder 5">
            <a:extLst>
              <a:ext uri="{FF2B5EF4-FFF2-40B4-BE49-F238E27FC236}">
                <a16:creationId xmlns:a16="http://schemas.microsoft.com/office/drawing/2014/main" id="{177C33A2-4CF2-3B56-7D4C-46C11BA00891}"/>
              </a:ext>
            </a:extLst>
          </p:cNvPr>
          <p:cNvPicPr>
            <a:picLocks noGrp="1" noChangeAspect="1"/>
          </p:cNvPicPr>
          <p:nvPr>
            <p:ph idx="1"/>
          </p:nvPr>
        </p:nvPicPr>
        <p:blipFill>
          <a:blip r:embed="rId2"/>
          <a:stretch>
            <a:fillRect/>
          </a:stretch>
        </p:blipFill>
        <p:spPr>
          <a:xfrm>
            <a:off x="6622439" y="3109021"/>
            <a:ext cx="4549733" cy="1271969"/>
          </a:xfrm>
          <a:prstGeom prst="rect">
            <a:avLst/>
          </a:prstGeom>
        </p:spPr>
      </p:pic>
      <p:pic>
        <p:nvPicPr>
          <p:cNvPr id="4" name="Picture 3">
            <a:extLst>
              <a:ext uri="{FF2B5EF4-FFF2-40B4-BE49-F238E27FC236}">
                <a16:creationId xmlns:a16="http://schemas.microsoft.com/office/drawing/2014/main" id="{12E7C721-1B26-A989-2CD9-F3D7735A4358}"/>
              </a:ext>
            </a:extLst>
          </p:cNvPr>
          <p:cNvPicPr>
            <a:picLocks noChangeAspect="1"/>
          </p:cNvPicPr>
          <p:nvPr/>
        </p:nvPicPr>
        <p:blipFill>
          <a:blip r:embed="rId3"/>
          <a:stretch>
            <a:fillRect/>
          </a:stretch>
        </p:blipFill>
        <p:spPr>
          <a:xfrm>
            <a:off x="2317093" y="2638044"/>
            <a:ext cx="3252470" cy="415917"/>
          </a:xfrm>
          <a:prstGeom prst="rect">
            <a:avLst/>
          </a:prstGeom>
        </p:spPr>
      </p:pic>
      <p:pic>
        <p:nvPicPr>
          <p:cNvPr id="5" name="Picture 4">
            <a:extLst>
              <a:ext uri="{FF2B5EF4-FFF2-40B4-BE49-F238E27FC236}">
                <a16:creationId xmlns:a16="http://schemas.microsoft.com/office/drawing/2014/main" id="{06F331D4-D57E-1D57-E239-069BAF45A8BB}"/>
              </a:ext>
            </a:extLst>
          </p:cNvPr>
          <p:cNvPicPr>
            <a:picLocks noChangeAspect="1"/>
          </p:cNvPicPr>
          <p:nvPr/>
        </p:nvPicPr>
        <p:blipFill>
          <a:blip r:embed="rId4"/>
          <a:srcRect l="-1" t="6681" r="-1" b="4994"/>
          <a:stretch>
            <a:fillRect/>
          </a:stretch>
        </p:blipFill>
        <p:spPr>
          <a:xfrm>
            <a:off x="6622439" y="2638044"/>
            <a:ext cx="3460540" cy="415917"/>
          </a:xfrm>
          <a:prstGeom prst="rect">
            <a:avLst/>
          </a:prstGeom>
        </p:spPr>
      </p:pic>
      <p:pic>
        <p:nvPicPr>
          <p:cNvPr id="7" name="Picture 6">
            <a:extLst>
              <a:ext uri="{FF2B5EF4-FFF2-40B4-BE49-F238E27FC236}">
                <a16:creationId xmlns:a16="http://schemas.microsoft.com/office/drawing/2014/main" id="{33E77003-57D1-6F7C-9561-BF0D79E625CA}"/>
              </a:ext>
            </a:extLst>
          </p:cNvPr>
          <p:cNvPicPr>
            <a:picLocks noChangeAspect="1"/>
          </p:cNvPicPr>
          <p:nvPr/>
        </p:nvPicPr>
        <p:blipFill>
          <a:blip r:embed="rId5"/>
          <a:stretch>
            <a:fillRect/>
          </a:stretch>
        </p:blipFill>
        <p:spPr>
          <a:xfrm>
            <a:off x="2317094" y="3123277"/>
            <a:ext cx="3840192" cy="1425578"/>
          </a:xfrm>
          <a:prstGeom prst="rect">
            <a:avLst/>
          </a:prstGeom>
        </p:spPr>
      </p:pic>
      <p:pic>
        <p:nvPicPr>
          <p:cNvPr id="8" name="Picture 7">
            <a:extLst>
              <a:ext uri="{FF2B5EF4-FFF2-40B4-BE49-F238E27FC236}">
                <a16:creationId xmlns:a16="http://schemas.microsoft.com/office/drawing/2014/main" id="{FB1175D6-4131-DDD2-85DC-2681BF423269}"/>
              </a:ext>
            </a:extLst>
          </p:cNvPr>
          <p:cNvPicPr>
            <a:picLocks noChangeAspect="1"/>
          </p:cNvPicPr>
          <p:nvPr/>
        </p:nvPicPr>
        <p:blipFill>
          <a:blip r:embed="rId6"/>
          <a:stretch>
            <a:fillRect/>
          </a:stretch>
        </p:blipFill>
        <p:spPr>
          <a:xfrm>
            <a:off x="4379797" y="4716830"/>
            <a:ext cx="3823784" cy="471765"/>
          </a:xfrm>
          <a:prstGeom prst="rect">
            <a:avLst/>
          </a:prstGeom>
        </p:spPr>
      </p:pic>
      <p:pic>
        <p:nvPicPr>
          <p:cNvPr id="10" name="Picture 9">
            <a:extLst>
              <a:ext uri="{FF2B5EF4-FFF2-40B4-BE49-F238E27FC236}">
                <a16:creationId xmlns:a16="http://schemas.microsoft.com/office/drawing/2014/main" id="{C85E4227-1D5A-9444-610F-31C23A68A45D}"/>
              </a:ext>
            </a:extLst>
          </p:cNvPr>
          <p:cNvPicPr>
            <a:picLocks noChangeAspect="1"/>
          </p:cNvPicPr>
          <p:nvPr/>
        </p:nvPicPr>
        <p:blipFill>
          <a:blip r:embed="rId7"/>
          <a:stretch>
            <a:fillRect/>
          </a:stretch>
        </p:blipFill>
        <p:spPr>
          <a:xfrm>
            <a:off x="2571750" y="5332088"/>
            <a:ext cx="7048500" cy="546100"/>
          </a:xfrm>
          <a:prstGeom prst="rect">
            <a:avLst/>
          </a:prstGeom>
        </p:spPr>
      </p:pic>
      <p:pic>
        <p:nvPicPr>
          <p:cNvPr id="11" name="Picture 10">
            <a:extLst>
              <a:ext uri="{FF2B5EF4-FFF2-40B4-BE49-F238E27FC236}">
                <a16:creationId xmlns:a16="http://schemas.microsoft.com/office/drawing/2014/main" id="{A3BCEE0D-D8D2-BB71-0E4E-CBF97215AE82}"/>
              </a:ext>
            </a:extLst>
          </p:cNvPr>
          <p:cNvPicPr>
            <a:picLocks noChangeAspect="1"/>
          </p:cNvPicPr>
          <p:nvPr/>
        </p:nvPicPr>
        <p:blipFill>
          <a:blip r:embed="rId8"/>
          <a:stretch>
            <a:fillRect/>
          </a:stretch>
        </p:blipFill>
        <p:spPr>
          <a:xfrm>
            <a:off x="2571750" y="5828337"/>
            <a:ext cx="6946900" cy="571500"/>
          </a:xfrm>
          <a:prstGeom prst="rect">
            <a:avLst/>
          </a:prstGeom>
        </p:spPr>
      </p:pic>
      <p:sp>
        <p:nvSpPr>
          <p:cNvPr id="14" name="Slide Number Placeholder 13">
            <a:extLst>
              <a:ext uri="{FF2B5EF4-FFF2-40B4-BE49-F238E27FC236}">
                <a16:creationId xmlns:a16="http://schemas.microsoft.com/office/drawing/2014/main" id="{EECB1B4D-E75D-D432-B03F-F586ED70F15A}"/>
              </a:ext>
            </a:extLst>
          </p:cNvPr>
          <p:cNvSpPr>
            <a:spLocks noGrp="1"/>
          </p:cNvSpPr>
          <p:nvPr>
            <p:ph type="sldNum" sz="quarter" idx="12"/>
          </p:nvPr>
        </p:nvSpPr>
        <p:spPr/>
        <p:txBody>
          <a:bodyPr/>
          <a:lstStyle/>
          <a:p>
            <a:fld id="{195D7342-CC80-6047-A3DE-3D7AEED4C2EB}" type="slidenum">
              <a:rPr lang="en-TH" smtClean="0"/>
              <a:t>11</a:t>
            </a:fld>
            <a:endParaRPr lang="en-TH"/>
          </a:p>
        </p:txBody>
      </p:sp>
    </p:spTree>
    <p:extLst>
      <p:ext uri="{BB962C8B-B14F-4D97-AF65-F5344CB8AC3E}">
        <p14:creationId xmlns:p14="http://schemas.microsoft.com/office/powerpoint/2010/main" val="27188343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04FC0-57AD-5884-B4BF-AB371C8350A4}"/>
              </a:ext>
            </a:extLst>
          </p:cNvPr>
          <p:cNvSpPr>
            <a:spLocks noGrp="1"/>
          </p:cNvSpPr>
          <p:nvPr>
            <p:ph type="title"/>
          </p:nvPr>
        </p:nvSpPr>
        <p:spPr/>
        <p:txBody>
          <a:bodyPr/>
          <a:lstStyle/>
          <a:p>
            <a:r>
              <a:rPr lang="en-TH" dirty="0"/>
              <a:t>Combining</a:t>
            </a:r>
          </a:p>
        </p:txBody>
      </p:sp>
      <p:sp>
        <p:nvSpPr>
          <p:cNvPr id="3" name="Content Placeholder 2">
            <a:extLst>
              <a:ext uri="{FF2B5EF4-FFF2-40B4-BE49-F238E27FC236}">
                <a16:creationId xmlns:a16="http://schemas.microsoft.com/office/drawing/2014/main" id="{81B2224C-1813-1176-EAF4-470D477597D8}"/>
              </a:ext>
            </a:extLst>
          </p:cNvPr>
          <p:cNvSpPr>
            <a:spLocks noGrp="1"/>
          </p:cNvSpPr>
          <p:nvPr>
            <p:ph idx="1"/>
          </p:nvPr>
        </p:nvSpPr>
        <p:spPr/>
        <p:txBody>
          <a:bodyPr/>
          <a:lstStyle/>
          <a:p>
            <a:endParaRPr lang="en-TH" dirty="0"/>
          </a:p>
        </p:txBody>
      </p:sp>
      <p:pic>
        <p:nvPicPr>
          <p:cNvPr id="5" name="Picture 4">
            <a:extLst>
              <a:ext uri="{FF2B5EF4-FFF2-40B4-BE49-F238E27FC236}">
                <a16:creationId xmlns:a16="http://schemas.microsoft.com/office/drawing/2014/main" id="{C9D7B18B-2D57-3CA2-70D3-BFD4665E8D68}"/>
              </a:ext>
            </a:extLst>
          </p:cNvPr>
          <p:cNvPicPr>
            <a:picLocks noChangeAspect="1"/>
          </p:cNvPicPr>
          <p:nvPr/>
        </p:nvPicPr>
        <p:blipFill>
          <a:blip r:embed="rId2"/>
          <a:stretch>
            <a:fillRect/>
          </a:stretch>
        </p:blipFill>
        <p:spPr>
          <a:xfrm>
            <a:off x="2308793" y="2325116"/>
            <a:ext cx="7073900" cy="1816100"/>
          </a:xfrm>
          <a:prstGeom prst="rect">
            <a:avLst/>
          </a:prstGeom>
        </p:spPr>
      </p:pic>
      <p:pic>
        <p:nvPicPr>
          <p:cNvPr id="6" name="Picture 5">
            <a:extLst>
              <a:ext uri="{FF2B5EF4-FFF2-40B4-BE49-F238E27FC236}">
                <a16:creationId xmlns:a16="http://schemas.microsoft.com/office/drawing/2014/main" id="{05C47552-7544-7E5F-44F1-1810B1231F93}"/>
              </a:ext>
            </a:extLst>
          </p:cNvPr>
          <p:cNvPicPr>
            <a:picLocks noChangeAspect="1"/>
          </p:cNvPicPr>
          <p:nvPr/>
        </p:nvPicPr>
        <p:blipFill>
          <a:blip r:embed="rId3"/>
          <a:stretch>
            <a:fillRect/>
          </a:stretch>
        </p:blipFill>
        <p:spPr>
          <a:xfrm>
            <a:off x="3163330" y="4141216"/>
            <a:ext cx="5509032" cy="2537054"/>
          </a:xfrm>
          <a:prstGeom prst="rect">
            <a:avLst/>
          </a:prstGeom>
        </p:spPr>
      </p:pic>
      <p:sp>
        <p:nvSpPr>
          <p:cNvPr id="8" name="Slide Number Placeholder 7">
            <a:extLst>
              <a:ext uri="{FF2B5EF4-FFF2-40B4-BE49-F238E27FC236}">
                <a16:creationId xmlns:a16="http://schemas.microsoft.com/office/drawing/2014/main" id="{95E6543E-8C96-B490-BABD-E4B86716AABE}"/>
              </a:ext>
            </a:extLst>
          </p:cNvPr>
          <p:cNvSpPr>
            <a:spLocks noGrp="1"/>
          </p:cNvSpPr>
          <p:nvPr>
            <p:ph type="sldNum" sz="quarter" idx="12"/>
          </p:nvPr>
        </p:nvSpPr>
        <p:spPr/>
        <p:txBody>
          <a:bodyPr/>
          <a:lstStyle/>
          <a:p>
            <a:fld id="{195D7342-CC80-6047-A3DE-3D7AEED4C2EB}" type="slidenum">
              <a:rPr lang="en-TH" smtClean="0"/>
              <a:t>12</a:t>
            </a:fld>
            <a:endParaRPr lang="en-TH"/>
          </a:p>
        </p:txBody>
      </p:sp>
    </p:spTree>
    <p:extLst>
      <p:ext uri="{BB962C8B-B14F-4D97-AF65-F5344CB8AC3E}">
        <p14:creationId xmlns:p14="http://schemas.microsoft.com/office/powerpoint/2010/main" val="19984791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CBF0F-2665-D059-7DB3-B842585D5A7F}"/>
              </a:ext>
            </a:extLst>
          </p:cNvPr>
          <p:cNvSpPr>
            <a:spLocks noGrp="1"/>
          </p:cNvSpPr>
          <p:nvPr>
            <p:ph type="title"/>
          </p:nvPr>
        </p:nvSpPr>
        <p:spPr/>
        <p:txBody>
          <a:bodyPr/>
          <a:lstStyle/>
          <a:p>
            <a:r>
              <a:rPr lang="en-US" dirty="0"/>
              <a:t>Performance</a:t>
            </a:r>
            <a:endParaRPr lang="en-TH" dirty="0"/>
          </a:p>
        </p:txBody>
      </p:sp>
      <p:sp>
        <p:nvSpPr>
          <p:cNvPr id="3" name="Content Placeholder 2">
            <a:extLst>
              <a:ext uri="{FF2B5EF4-FFF2-40B4-BE49-F238E27FC236}">
                <a16:creationId xmlns:a16="http://schemas.microsoft.com/office/drawing/2014/main" id="{D5FB6CED-F0D3-FDA2-47EF-E0FB995F7689}"/>
              </a:ext>
            </a:extLst>
          </p:cNvPr>
          <p:cNvSpPr>
            <a:spLocks noGrp="1"/>
          </p:cNvSpPr>
          <p:nvPr>
            <p:ph idx="1"/>
          </p:nvPr>
        </p:nvSpPr>
        <p:spPr>
          <a:xfrm>
            <a:off x="7401825" y="2638044"/>
            <a:ext cx="4629753" cy="3907287"/>
          </a:xfrm>
        </p:spPr>
        <p:txBody>
          <a:bodyPr>
            <a:normAutofit fontScale="92500" lnSpcReduction="10000"/>
          </a:bodyPr>
          <a:lstStyle/>
          <a:p>
            <a:r>
              <a:rPr lang="en-US" dirty="0"/>
              <a:t>first and last parts are splitting and joining the polynomials. O(d)</a:t>
            </a:r>
          </a:p>
          <a:p>
            <a:r>
              <a:rPr lang="en-US" dirty="0"/>
              <a:t>The second and fourth sections are performing two half-NTT (or inverse) operations, which have a runtime of O(</a:t>
            </a:r>
            <a:r>
              <a:rPr lang="en-US" dirty="0" err="1"/>
              <a:t>dlogd</a:t>
            </a:r>
            <a:r>
              <a:rPr lang="en-US" dirty="0"/>
              <a:t>)</a:t>
            </a:r>
          </a:p>
          <a:p>
            <a:r>
              <a:rPr lang="en-US" dirty="0"/>
              <a:t>The third section has 5 field multiplications and two additions over d/2 elements which is cost. O(2.5d).</a:t>
            </a:r>
          </a:p>
          <a:p>
            <a:r>
              <a:rPr lang="en-US" b="1" dirty="0"/>
              <a:t>practically, we are spending 2.5x more time in the coordinate-wise multiplication</a:t>
            </a:r>
            <a:r>
              <a:rPr lang="en-US" dirty="0"/>
              <a:t> due to the fact that we have to work with smaller degree polynomial multiplications. This is the additional price we are paying for choosing a more compact field.</a:t>
            </a:r>
            <a:endParaRPr lang="en-TH" dirty="0"/>
          </a:p>
        </p:txBody>
      </p:sp>
      <p:pic>
        <p:nvPicPr>
          <p:cNvPr id="4" name="Picture 3">
            <a:extLst>
              <a:ext uri="{FF2B5EF4-FFF2-40B4-BE49-F238E27FC236}">
                <a16:creationId xmlns:a16="http://schemas.microsoft.com/office/drawing/2014/main" id="{251EE2AC-704B-4381-AFA7-BD64928872E9}"/>
              </a:ext>
            </a:extLst>
          </p:cNvPr>
          <p:cNvPicPr>
            <a:picLocks noChangeAspect="1"/>
          </p:cNvPicPr>
          <p:nvPr/>
        </p:nvPicPr>
        <p:blipFill>
          <a:blip r:embed="rId2"/>
          <a:stretch>
            <a:fillRect/>
          </a:stretch>
        </p:blipFill>
        <p:spPr>
          <a:xfrm>
            <a:off x="1973178" y="2420119"/>
            <a:ext cx="5275781" cy="3907287"/>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BD01B6-6B15-7332-8A86-3AAC3C3922A4}"/>
                  </a:ext>
                </a:extLst>
              </p14:cNvPr>
              <p14:cNvContentPartPr/>
              <p14:nvPr/>
            </p14:nvContentPartPr>
            <p14:xfrm>
              <a:off x="3395861" y="2867438"/>
              <a:ext cx="996480" cy="14040"/>
            </p14:xfrm>
          </p:contentPart>
        </mc:Choice>
        <mc:Fallback xmlns="">
          <p:pic>
            <p:nvPicPr>
              <p:cNvPr id="6" name="Ink 5">
                <a:extLst>
                  <a:ext uri="{FF2B5EF4-FFF2-40B4-BE49-F238E27FC236}">
                    <a16:creationId xmlns:a16="http://schemas.microsoft.com/office/drawing/2014/main" id="{38BD01B6-6B15-7332-8A86-3AAC3C3922A4}"/>
                  </a:ext>
                </a:extLst>
              </p:cNvPr>
              <p:cNvPicPr/>
              <p:nvPr/>
            </p:nvPicPr>
            <p:blipFill>
              <a:blip r:embed="rId4"/>
              <a:stretch>
                <a:fillRect/>
              </a:stretch>
            </p:blipFill>
            <p:spPr>
              <a:xfrm>
                <a:off x="3342221" y="2759438"/>
                <a:ext cx="110412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0725A042-4BAB-DD9D-FB22-ABCC6A493646}"/>
                  </a:ext>
                </a:extLst>
              </p14:cNvPr>
              <p14:cNvContentPartPr/>
              <p14:nvPr/>
            </p14:nvContentPartPr>
            <p14:xfrm>
              <a:off x="3363101" y="3017198"/>
              <a:ext cx="880560" cy="24120"/>
            </p14:xfrm>
          </p:contentPart>
        </mc:Choice>
        <mc:Fallback xmlns="">
          <p:pic>
            <p:nvPicPr>
              <p:cNvPr id="7" name="Ink 6">
                <a:extLst>
                  <a:ext uri="{FF2B5EF4-FFF2-40B4-BE49-F238E27FC236}">
                    <a16:creationId xmlns:a16="http://schemas.microsoft.com/office/drawing/2014/main" id="{0725A042-4BAB-DD9D-FB22-ABCC6A493646}"/>
                  </a:ext>
                </a:extLst>
              </p:cNvPr>
              <p:cNvPicPr/>
              <p:nvPr/>
            </p:nvPicPr>
            <p:blipFill>
              <a:blip r:embed="rId6"/>
              <a:stretch>
                <a:fillRect/>
              </a:stretch>
            </p:blipFill>
            <p:spPr>
              <a:xfrm>
                <a:off x="3309101" y="2909558"/>
                <a:ext cx="9882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2FF7FAA-89F4-3CFD-2AF0-EBABD263268D}"/>
                  </a:ext>
                </a:extLst>
              </p14:cNvPr>
              <p14:cNvContentPartPr/>
              <p14:nvPr/>
            </p14:nvContentPartPr>
            <p14:xfrm>
              <a:off x="2235941" y="5927078"/>
              <a:ext cx="4768560" cy="85680"/>
            </p14:xfrm>
          </p:contentPart>
        </mc:Choice>
        <mc:Fallback xmlns="">
          <p:pic>
            <p:nvPicPr>
              <p:cNvPr id="8" name="Ink 7">
                <a:extLst>
                  <a:ext uri="{FF2B5EF4-FFF2-40B4-BE49-F238E27FC236}">
                    <a16:creationId xmlns:a16="http://schemas.microsoft.com/office/drawing/2014/main" id="{A2FF7FAA-89F4-3CFD-2AF0-EBABD263268D}"/>
                  </a:ext>
                </a:extLst>
              </p:cNvPr>
              <p:cNvPicPr/>
              <p:nvPr/>
            </p:nvPicPr>
            <p:blipFill>
              <a:blip r:embed="rId8"/>
              <a:stretch>
                <a:fillRect/>
              </a:stretch>
            </p:blipFill>
            <p:spPr>
              <a:xfrm>
                <a:off x="2181941" y="5819438"/>
                <a:ext cx="4876200" cy="301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98042AAE-FCEE-77D9-6F4B-C996398B90E5}"/>
                  </a:ext>
                </a:extLst>
              </p14:cNvPr>
              <p14:cNvContentPartPr/>
              <p14:nvPr/>
            </p14:nvContentPartPr>
            <p14:xfrm>
              <a:off x="2046941" y="6108518"/>
              <a:ext cx="515880" cy="30600"/>
            </p14:xfrm>
          </p:contentPart>
        </mc:Choice>
        <mc:Fallback xmlns="">
          <p:pic>
            <p:nvPicPr>
              <p:cNvPr id="9" name="Ink 8">
                <a:extLst>
                  <a:ext uri="{FF2B5EF4-FFF2-40B4-BE49-F238E27FC236}">
                    <a16:creationId xmlns:a16="http://schemas.microsoft.com/office/drawing/2014/main" id="{98042AAE-FCEE-77D9-6F4B-C996398B90E5}"/>
                  </a:ext>
                </a:extLst>
              </p:cNvPr>
              <p:cNvPicPr/>
              <p:nvPr/>
            </p:nvPicPr>
            <p:blipFill>
              <a:blip r:embed="rId10"/>
              <a:stretch>
                <a:fillRect/>
              </a:stretch>
            </p:blipFill>
            <p:spPr>
              <a:xfrm>
                <a:off x="1993301" y="6000518"/>
                <a:ext cx="623520" cy="246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1" name="Ink 10">
                <a:extLst>
                  <a:ext uri="{FF2B5EF4-FFF2-40B4-BE49-F238E27FC236}">
                    <a16:creationId xmlns:a16="http://schemas.microsoft.com/office/drawing/2014/main" id="{3EFD3224-4E58-243B-1F4B-D25A27DE15E4}"/>
                  </a:ext>
                </a:extLst>
              </p14:cNvPr>
              <p14:cNvContentPartPr/>
              <p14:nvPr/>
            </p14:nvContentPartPr>
            <p14:xfrm>
              <a:off x="3960701" y="3559358"/>
              <a:ext cx="2381400" cy="12240"/>
            </p14:xfrm>
          </p:contentPart>
        </mc:Choice>
        <mc:Fallback xmlns="">
          <p:pic>
            <p:nvPicPr>
              <p:cNvPr id="11" name="Ink 10">
                <a:extLst>
                  <a:ext uri="{FF2B5EF4-FFF2-40B4-BE49-F238E27FC236}">
                    <a16:creationId xmlns:a16="http://schemas.microsoft.com/office/drawing/2014/main" id="{3EFD3224-4E58-243B-1F4B-D25A27DE15E4}"/>
                  </a:ext>
                </a:extLst>
              </p:cNvPr>
              <p:cNvPicPr/>
              <p:nvPr/>
            </p:nvPicPr>
            <p:blipFill>
              <a:blip r:embed="rId12"/>
              <a:stretch>
                <a:fillRect/>
              </a:stretch>
            </p:blipFill>
            <p:spPr>
              <a:xfrm>
                <a:off x="3906701" y="3451718"/>
                <a:ext cx="248904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5" name="Ink 14">
                <a:extLst>
                  <a:ext uri="{FF2B5EF4-FFF2-40B4-BE49-F238E27FC236}">
                    <a16:creationId xmlns:a16="http://schemas.microsoft.com/office/drawing/2014/main" id="{3F8BC49D-C44A-3137-2A17-A6B475AC357C}"/>
                  </a:ext>
                </a:extLst>
              </p14:cNvPr>
              <p14:cNvContentPartPr/>
              <p14:nvPr/>
            </p14:nvContentPartPr>
            <p14:xfrm>
              <a:off x="3966101" y="3750878"/>
              <a:ext cx="2394720" cy="36720"/>
            </p14:xfrm>
          </p:contentPart>
        </mc:Choice>
        <mc:Fallback xmlns="">
          <p:pic>
            <p:nvPicPr>
              <p:cNvPr id="15" name="Ink 14">
                <a:extLst>
                  <a:ext uri="{FF2B5EF4-FFF2-40B4-BE49-F238E27FC236}">
                    <a16:creationId xmlns:a16="http://schemas.microsoft.com/office/drawing/2014/main" id="{3F8BC49D-C44A-3137-2A17-A6B475AC357C}"/>
                  </a:ext>
                </a:extLst>
              </p:cNvPr>
              <p:cNvPicPr/>
              <p:nvPr/>
            </p:nvPicPr>
            <p:blipFill>
              <a:blip r:embed="rId14"/>
              <a:stretch>
                <a:fillRect/>
              </a:stretch>
            </p:blipFill>
            <p:spPr>
              <a:xfrm>
                <a:off x="3912461" y="3642878"/>
                <a:ext cx="2502360" cy="2523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6" name="Ink 15">
                <a:extLst>
                  <a:ext uri="{FF2B5EF4-FFF2-40B4-BE49-F238E27FC236}">
                    <a16:creationId xmlns:a16="http://schemas.microsoft.com/office/drawing/2014/main" id="{1E8F348F-FD8C-24DE-BCA3-EBB0C01A173A}"/>
                  </a:ext>
                </a:extLst>
              </p14:cNvPr>
              <p14:cNvContentPartPr/>
              <p14:nvPr/>
            </p14:nvContentPartPr>
            <p14:xfrm>
              <a:off x="2879621" y="5248118"/>
              <a:ext cx="910440" cy="17640"/>
            </p14:xfrm>
          </p:contentPart>
        </mc:Choice>
        <mc:Fallback xmlns="">
          <p:pic>
            <p:nvPicPr>
              <p:cNvPr id="16" name="Ink 15">
                <a:extLst>
                  <a:ext uri="{FF2B5EF4-FFF2-40B4-BE49-F238E27FC236}">
                    <a16:creationId xmlns:a16="http://schemas.microsoft.com/office/drawing/2014/main" id="{1E8F348F-FD8C-24DE-BCA3-EBB0C01A173A}"/>
                  </a:ext>
                </a:extLst>
              </p:cNvPr>
              <p:cNvPicPr/>
              <p:nvPr/>
            </p:nvPicPr>
            <p:blipFill>
              <a:blip r:embed="rId16"/>
              <a:stretch>
                <a:fillRect/>
              </a:stretch>
            </p:blipFill>
            <p:spPr>
              <a:xfrm>
                <a:off x="2825981" y="5140478"/>
                <a:ext cx="101808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7" name="Ink 16">
                <a:extLst>
                  <a:ext uri="{FF2B5EF4-FFF2-40B4-BE49-F238E27FC236}">
                    <a16:creationId xmlns:a16="http://schemas.microsoft.com/office/drawing/2014/main" id="{76008281-0CE3-A0F2-47AA-E03C1C036879}"/>
                  </a:ext>
                </a:extLst>
              </p14:cNvPr>
              <p14:cNvContentPartPr/>
              <p14:nvPr/>
            </p14:nvContentPartPr>
            <p14:xfrm>
              <a:off x="2804021" y="5452958"/>
              <a:ext cx="903960" cy="32400"/>
            </p14:xfrm>
          </p:contentPart>
        </mc:Choice>
        <mc:Fallback xmlns="">
          <p:pic>
            <p:nvPicPr>
              <p:cNvPr id="17" name="Ink 16">
                <a:extLst>
                  <a:ext uri="{FF2B5EF4-FFF2-40B4-BE49-F238E27FC236}">
                    <a16:creationId xmlns:a16="http://schemas.microsoft.com/office/drawing/2014/main" id="{76008281-0CE3-A0F2-47AA-E03C1C036879}"/>
                  </a:ext>
                </a:extLst>
              </p:cNvPr>
              <p:cNvPicPr/>
              <p:nvPr/>
            </p:nvPicPr>
            <p:blipFill>
              <a:blip r:embed="rId18"/>
              <a:stretch>
                <a:fillRect/>
              </a:stretch>
            </p:blipFill>
            <p:spPr>
              <a:xfrm>
                <a:off x="2750021" y="5345318"/>
                <a:ext cx="101160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8" name="Ink 17">
                <a:extLst>
                  <a:ext uri="{FF2B5EF4-FFF2-40B4-BE49-F238E27FC236}">
                    <a16:creationId xmlns:a16="http://schemas.microsoft.com/office/drawing/2014/main" id="{BFF9E310-868A-4996-49AE-AF8308E38197}"/>
                  </a:ext>
                </a:extLst>
              </p14:cNvPr>
              <p14:cNvContentPartPr/>
              <p14:nvPr/>
            </p14:nvContentPartPr>
            <p14:xfrm>
              <a:off x="3168341" y="4208002"/>
              <a:ext cx="1495800" cy="54360"/>
            </p14:xfrm>
          </p:contentPart>
        </mc:Choice>
        <mc:Fallback xmlns="">
          <p:pic>
            <p:nvPicPr>
              <p:cNvPr id="18" name="Ink 17">
                <a:extLst>
                  <a:ext uri="{FF2B5EF4-FFF2-40B4-BE49-F238E27FC236}">
                    <a16:creationId xmlns:a16="http://schemas.microsoft.com/office/drawing/2014/main" id="{BFF9E310-868A-4996-49AE-AF8308E38197}"/>
                  </a:ext>
                </a:extLst>
              </p:cNvPr>
              <p:cNvPicPr/>
              <p:nvPr/>
            </p:nvPicPr>
            <p:blipFill>
              <a:blip r:embed="rId20"/>
              <a:stretch>
                <a:fillRect/>
              </a:stretch>
            </p:blipFill>
            <p:spPr>
              <a:xfrm>
                <a:off x="3114341" y="4100002"/>
                <a:ext cx="160344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9" name="Ink 18">
                <a:extLst>
                  <a:ext uri="{FF2B5EF4-FFF2-40B4-BE49-F238E27FC236}">
                    <a16:creationId xmlns:a16="http://schemas.microsoft.com/office/drawing/2014/main" id="{6DA0023D-FC16-84AB-DAA7-D6E43869EE25}"/>
                  </a:ext>
                </a:extLst>
              </p14:cNvPr>
              <p14:cNvContentPartPr/>
              <p14:nvPr/>
            </p14:nvContentPartPr>
            <p14:xfrm>
              <a:off x="3099221" y="4559722"/>
              <a:ext cx="1418760" cy="51480"/>
            </p14:xfrm>
          </p:contentPart>
        </mc:Choice>
        <mc:Fallback xmlns="">
          <p:pic>
            <p:nvPicPr>
              <p:cNvPr id="19" name="Ink 18">
                <a:extLst>
                  <a:ext uri="{FF2B5EF4-FFF2-40B4-BE49-F238E27FC236}">
                    <a16:creationId xmlns:a16="http://schemas.microsoft.com/office/drawing/2014/main" id="{6DA0023D-FC16-84AB-DAA7-D6E43869EE25}"/>
                  </a:ext>
                </a:extLst>
              </p:cNvPr>
              <p:cNvPicPr/>
              <p:nvPr/>
            </p:nvPicPr>
            <p:blipFill>
              <a:blip r:embed="rId22"/>
              <a:stretch>
                <a:fillRect/>
              </a:stretch>
            </p:blipFill>
            <p:spPr>
              <a:xfrm>
                <a:off x="3045221" y="4452082"/>
                <a:ext cx="1526400" cy="267120"/>
              </a:xfrm>
              <a:prstGeom prst="rect">
                <a:avLst/>
              </a:prstGeom>
            </p:spPr>
          </p:pic>
        </mc:Fallback>
      </mc:AlternateContent>
      <p:sp>
        <p:nvSpPr>
          <p:cNvPr id="20" name="Slide Number Placeholder 19">
            <a:extLst>
              <a:ext uri="{FF2B5EF4-FFF2-40B4-BE49-F238E27FC236}">
                <a16:creationId xmlns:a16="http://schemas.microsoft.com/office/drawing/2014/main" id="{C6E905AD-7002-5E3A-7AC9-4758B3B09770}"/>
              </a:ext>
            </a:extLst>
          </p:cNvPr>
          <p:cNvSpPr>
            <a:spLocks noGrp="1"/>
          </p:cNvSpPr>
          <p:nvPr>
            <p:ph type="sldNum" sz="quarter" idx="12"/>
          </p:nvPr>
        </p:nvSpPr>
        <p:spPr/>
        <p:txBody>
          <a:bodyPr/>
          <a:lstStyle/>
          <a:p>
            <a:fld id="{195D7342-CC80-6047-A3DE-3D7AEED4C2EB}" type="slidenum">
              <a:rPr lang="en-TH" smtClean="0"/>
              <a:t>13</a:t>
            </a:fld>
            <a:endParaRPr lang="en-TH"/>
          </a:p>
        </p:txBody>
      </p:sp>
    </p:spTree>
    <p:extLst>
      <p:ext uri="{BB962C8B-B14F-4D97-AF65-F5344CB8AC3E}">
        <p14:creationId xmlns:p14="http://schemas.microsoft.com/office/powerpoint/2010/main" val="3021743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2B5E5-2A13-E716-186A-59FA5980FCEC}"/>
              </a:ext>
            </a:extLst>
          </p:cNvPr>
          <p:cNvSpPr>
            <a:spLocks noGrp="1"/>
          </p:cNvSpPr>
          <p:nvPr>
            <p:ph type="title"/>
          </p:nvPr>
        </p:nvSpPr>
        <p:spPr>
          <a:xfrm>
            <a:off x="700719" y="204296"/>
            <a:ext cx="7729728" cy="1188720"/>
          </a:xfrm>
        </p:spPr>
        <p:txBody>
          <a:bodyPr/>
          <a:lstStyle/>
          <a:p>
            <a:r>
              <a:rPr lang="en-US" dirty="0"/>
              <a:t>K</a:t>
            </a:r>
            <a:r>
              <a:rPr lang="en-TH" dirty="0"/>
              <a:t>yber implementation</a:t>
            </a:r>
          </a:p>
        </p:txBody>
      </p:sp>
      <p:sp>
        <p:nvSpPr>
          <p:cNvPr id="3" name="Content Placeholder 2">
            <a:extLst>
              <a:ext uri="{FF2B5EF4-FFF2-40B4-BE49-F238E27FC236}">
                <a16:creationId xmlns:a16="http://schemas.microsoft.com/office/drawing/2014/main" id="{3C966133-7618-E23E-2751-16EB6AA1DE41}"/>
              </a:ext>
            </a:extLst>
          </p:cNvPr>
          <p:cNvSpPr>
            <a:spLocks noGrp="1"/>
          </p:cNvSpPr>
          <p:nvPr>
            <p:ph idx="1"/>
          </p:nvPr>
        </p:nvSpPr>
        <p:spPr>
          <a:xfrm>
            <a:off x="4649001" y="1608500"/>
            <a:ext cx="6564431" cy="4205159"/>
          </a:xfrm>
        </p:spPr>
        <p:txBody>
          <a:bodyPr/>
          <a:lstStyle/>
          <a:p>
            <a:r>
              <a:rPr lang="en-US" dirty="0"/>
              <a:t>Kyber works in bit-reversed order in its NTT form, and normal order in its coefficient form. Our implementation is the opposite due to the way the iterative NTT circuit is built. This will not affect the correctness or performance of the implementation, as long as it’s consistent throughout the software.</a:t>
            </a:r>
          </a:p>
          <a:p>
            <a:r>
              <a:rPr lang="en-US" dirty="0"/>
              <a:t>Skip the first layer because 2 half-NTTs side by side is full NTT without first layer.</a:t>
            </a:r>
          </a:p>
          <a:p>
            <a:r>
              <a:rPr lang="en-US" dirty="0"/>
              <a:t>Merge reduced reduction step and twiddle factor into iterative step.</a:t>
            </a:r>
          </a:p>
          <a:p>
            <a:endParaRPr lang="en-TH" dirty="0"/>
          </a:p>
        </p:txBody>
      </p:sp>
      <p:pic>
        <p:nvPicPr>
          <p:cNvPr id="5" name="Picture 4">
            <a:extLst>
              <a:ext uri="{FF2B5EF4-FFF2-40B4-BE49-F238E27FC236}">
                <a16:creationId xmlns:a16="http://schemas.microsoft.com/office/drawing/2014/main" id="{2A108B98-D9C6-409C-B9A5-578185EB7528}"/>
              </a:ext>
            </a:extLst>
          </p:cNvPr>
          <p:cNvPicPr>
            <a:picLocks noChangeAspect="1"/>
          </p:cNvPicPr>
          <p:nvPr/>
        </p:nvPicPr>
        <p:blipFill>
          <a:blip r:embed="rId2"/>
          <a:stretch>
            <a:fillRect/>
          </a:stretch>
        </p:blipFill>
        <p:spPr>
          <a:xfrm>
            <a:off x="700719" y="1512744"/>
            <a:ext cx="3762704" cy="4777365"/>
          </a:xfrm>
          <a:prstGeom prst="rect">
            <a:avLst/>
          </a:prstGeom>
        </p:spPr>
      </p:pic>
      <p:pic>
        <p:nvPicPr>
          <p:cNvPr id="7" name="Picture 6">
            <a:extLst>
              <a:ext uri="{FF2B5EF4-FFF2-40B4-BE49-F238E27FC236}">
                <a16:creationId xmlns:a16="http://schemas.microsoft.com/office/drawing/2014/main" id="{7A924600-390D-A207-7C26-9B576D87B6F9}"/>
              </a:ext>
            </a:extLst>
          </p:cNvPr>
          <p:cNvPicPr>
            <a:picLocks noChangeAspect="1"/>
          </p:cNvPicPr>
          <p:nvPr/>
        </p:nvPicPr>
        <p:blipFill>
          <a:blip r:embed="rId3"/>
          <a:srcRect b="59309"/>
          <a:stretch>
            <a:fillRect/>
          </a:stretch>
        </p:blipFill>
        <p:spPr>
          <a:xfrm>
            <a:off x="5077430" y="4425875"/>
            <a:ext cx="2962610" cy="964897"/>
          </a:xfrm>
          <a:prstGeom prst="rect">
            <a:avLst/>
          </a:prstGeom>
        </p:spPr>
      </p:pic>
      <p:pic>
        <p:nvPicPr>
          <p:cNvPr id="8" name="Picture 7">
            <a:extLst>
              <a:ext uri="{FF2B5EF4-FFF2-40B4-BE49-F238E27FC236}">
                <a16:creationId xmlns:a16="http://schemas.microsoft.com/office/drawing/2014/main" id="{6E303551-490A-F6C7-9758-72C9774EE17E}"/>
              </a:ext>
            </a:extLst>
          </p:cNvPr>
          <p:cNvPicPr>
            <a:picLocks noChangeAspect="1"/>
          </p:cNvPicPr>
          <p:nvPr/>
        </p:nvPicPr>
        <p:blipFill>
          <a:blip r:embed="rId4"/>
          <a:stretch>
            <a:fillRect/>
          </a:stretch>
        </p:blipFill>
        <p:spPr>
          <a:xfrm>
            <a:off x="8231947" y="4425875"/>
            <a:ext cx="3259334" cy="982018"/>
          </a:xfrm>
          <a:prstGeom prst="rect">
            <a:avLst/>
          </a:prstGeom>
        </p:spPr>
      </p:pic>
      <p:pic>
        <p:nvPicPr>
          <p:cNvPr id="10" name="Picture 9">
            <a:extLst>
              <a:ext uri="{FF2B5EF4-FFF2-40B4-BE49-F238E27FC236}">
                <a16:creationId xmlns:a16="http://schemas.microsoft.com/office/drawing/2014/main" id="{072E30CF-6F80-9CC0-E97E-49665297761F}"/>
              </a:ext>
            </a:extLst>
          </p:cNvPr>
          <p:cNvPicPr>
            <a:picLocks noChangeAspect="1"/>
          </p:cNvPicPr>
          <p:nvPr/>
        </p:nvPicPr>
        <p:blipFill>
          <a:blip r:embed="rId2"/>
          <a:srcRect t="16803" b="69550"/>
          <a:stretch>
            <a:fillRect/>
          </a:stretch>
        </p:blipFill>
        <p:spPr>
          <a:xfrm>
            <a:off x="5804760" y="5677822"/>
            <a:ext cx="4854373" cy="841127"/>
          </a:xfrm>
          <a:prstGeom prst="rect">
            <a:avLst/>
          </a:prstGeom>
        </p:spPr>
      </p:pic>
      <mc:AlternateContent xmlns:mc="http://schemas.openxmlformats.org/markup-compatibility/2006" xmlns:p14="http://schemas.microsoft.com/office/powerpoint/2010/main">
        <mc:Choice Requires="p14">
          <p:contentPart p14:bwMode="auto" r:id="rId5">
            <p14:nvContentPartPr>
              <p14:cNvPr id="11" name="Ink 10">
                <a:extLst>
                  <a:ext uri="{FF2B5EF4-FFF2-40B4-BE49-F238E27FC236}">
                    <a16:creationId xmlns:a16="http://schemas.microsoft.com/office/drawing/2014/main" id="{A0519850-B946-A065-BC15-AB1C57A1660A}"/>
                  </a:ext>
                </a:extLst>
              </p14:cNvPr>
              <p14:cNvContentPartPr/>
              <p14:nvPr/>
            </p14:nvContentPartPr>
            <p14:xfrm>
              <a:off x="909265" y="2126994"/>
              <a:ext cx="610920" cy="14400"/>
            </p14:xfrm>
          </p:contentPart>
        </mc:Choice>
        <mc:Fallback xmlns="">
          <p:pic>
            <p:nvPicPr>
              <p:cNvPr id="11" name="Ink 10">
                <a:extLst>
                  <a:ext uri="{FF2B5EF4-FFF2-40B4-BE49-F238E27FC236}">
                    <a16:creationId xmlns:a16="http://schemas.microsoft.com/office/drawing/2014/main" id="{A0519850-B946-A065-BC15-AB1C57A1660A}"/>
                  </a:ext>
                </a:extLst>
              </p:cNvPr>
              <p:cNvPicPr/>
              <p:nvPr/>
            </p:nvPicPr>
            <p:blipFill>
              <a:blip r:embed="rId6"/>
              <a:stretch>
                <a:fillRect/>
              </a:stretch>
            </p:blipFill>
            <p:spPr>
              <a:xfrm>
                <a:off x="855625" y="2018994"/>
                <a:ext cx="718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2" name="Ink 11">
                <a:extLst>
                  <a:ext uri="{FF2B5EF4-FFF2-40B4-BE49-F238E27FC236}">
                    <a16:creationId xmlns:a16="http://schemas.microsoft.com/office/drawing/2014/main" id="{C86FBC11-E4F3-C702-7A47-5BC3A4A86B88}"/>
                  </a:ext>
                </a:extLst>
              </p14:cNvPr>
              <p14:cNvContentPartPr/>
              <p14:nvPr/>
            </p14:nvContentPartPr>
            <p14:xfrm>
              <a:off x="1324705" y="2864634"/>
              <a:ext cx="1787760" cy="44640"/>
            </p14:xfrm>
          </p:contentPart>
        </mc:Choice>
        <mc:Fallback xmlns="">
          <p:pic>
            <p:nvPicPr>
              <p:cNvPr id="12" name="Ink 11">
                <a:extLst>
                  <a:ext uri="{FF2B5EF4-FFF2-40B4-BE49-F238E27FC236}">
                    <a16:creationId xmlns:a16="http://schemas.microsoft.com/office/drawing/2014/main" id="{C86FBC11-E4F3-C702-7A47-5BC3A4A86B88}"/>
                  </a:ext>
                </a:extLst>
              </p:cNvPr>
              <p:cNvPicPr/>
              <p:nvPr/>
            </p:nvPicPr>
            <p:blipFill>
              <a:blip r:embed="rId8"/>
              <a:stretch>
                <a:fillRect/>
              </a:stretch>
            </p:blipFill>
            <p:spPr>
              <a:xfrm>
                <a:off x="1270705" y="2756994"/>
                <a:ext cx="1895400" cy="260280"/>
              </a:xfrm>
              <a:prstGeom prst="rect">
                <a:avLst/>
              </a:prstGeom>
            </p:spPr>
          </p:pic>
        </mc:Fallback>
      </mc:AlternateContent>
      <p:cxnSp>
        <p:nvCxnSpPr>
          <p:cNvPr id="14" name="Straight Arrow Connector 13">
            <a:extLst>
              <a:ext uri="{FF2B5EF4-FFF2-40B4-BE49-F238E27FC236}">
                <a16:creationId xmlns:a16="http://schemas.microsoft.com/office/drawing/2014/main" id="{719BAE29-BD63-DB76-163F-82218B574FA1}"/>
              </a:ext>
            </a:extLst>
          </p:cNvPr>
          <p:cNvCxnSpPr/>
          <p:nvPr/>
        </p:nvCxnSpPr>
        <p:spPr>
          <a:xfrm>
            <a:off x="5804760" y="5313145"/>
            <a:ext cx="1289059" cy="108765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B47D0308-F9E9-2401-35D5-E4AEC65E698F}"/>
              </a:ext>
            </a:extLst>
          </p:cNvPr>
          <p:cNvCxnSpPr/>
          <p:nvPr/>
        </p:nvCxnSpPr>
        <p:spPr>
          <a:xfrm flipH="1">
            <a:off x="7295949" y="4908323"/>
            <a:ext cx="1828800" cy="14924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Slide Number Placeholder 16">
            <a:extLst>
              <a:ext uri="{FF2B5EF4-FFF2-40B4-BE49-F238E27FC236}">
                <a16:creationId xmlns:a16="http://schemas.microsoft.com/office/drawing/2014/main" id="{42EEC9A2-FA91-5D5E-4E08-A4D0A362BC3C}"/>
              </a:ext>
            </a:extLst>
          </p:cNvPr>
          <p:cNvSpPr>
            <a:spLocks noGrp="1"/>
          </p:cNvSpPr>
          <p:nvPr>
            <p:ph type="sldNum" sz="quarter" idx="12"/>
          </p:nvPr>
        </p:nvSpPr>
        <p:spPr/>
        <p:txBody>
          <a:bodyPr/>
          <a:lstStyle/>
          <a:p>
            <a:fld id="{195D7342-CC80-6047-A3DE-3D7AEED4C2EB}" type="slidenum">
              <a:rPr lang="en-TH" smtClean="0"/>
              <a:t>14</a:t>
            </a:fld>
            <a:endParaRPr lang="en-TH"/>
          </a:p>
        </p:txBody>
      </p:sp>
    </p:spTree>
    <p:extLst>
      <p:ext uri="{BB962C8B-B14F-4D97-AF65-F5344CB8AC3E}">
        <p14:creationId xmlns:p14="http://schemas.microsoft.com/office/powerpoint/2010/main" val="18347507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A6567-3CA4-500A-447F-B9DA7E0FF143}"/>
              </a:ext>
            </a:extLst>
          </p:cNvPr>
          <p:cNvSpPr>
            <a:spLocks noGrp="1"/>
          </p:cNvSpPr>
          <p:nvPr>
            <p:ph type="title"/>
          </p:nvPr>
        </p:nvSpPr>
        <p:spPr/>
        <p:txBody>
          <a:bodyPr/>
          <a:lstStyle/>
          <a:p>
            <a:r>
              <a:rPr lang="en-TH" dirty="0"/>
              <a:t>Kyber Implementation</a:t>
            </a:r>
          </a:p>
        </p:txBody>
      </p:sp>
      <p:pic>
        <p:nvPicPr>
          <p:cNvPr id="4" name="Content Placeholder 3">
            <a:extLst>
              <a:ext uri="{FF2B5EF4-FFF2-40B4-BE49-F238E27FC236}">
                <a16:creationId xmlns:a16="http://schemas.microsoft.com/office/drawing/2014/main" id="{0FD3AC15-109A-DFD9-069B-3A7678174512}"/>
              </a:ext>
            </a:extLst>
          </p:cNvPr>
          <p:cNvPicPr>
            <a:picLocks noGrp="1" noChangeAspect="1"/>
          </p:cNvPicPr>
          <p:nvPr>
            <p:ph idx="1"/>
          </p:nvPr>
        </p:nvPicPr>
        <p:blipFill>
          <a:blip r:embed="rId2"/>
          <a:stretch>
            <a:fillRect/>
          </a:stretch>
        </p:blipFill>
        <p:spPr>
          <a:xfrm>
            <a:off x="1497464" y="2957914"/>
            <a:ext cx="6540500" cy="2540000"/>
          </a:xfrm>
          <a:prstGeom prst="rect">
            <a:avLst/>
          </a:prstGeom>
        </p:spPr>
      </p:pic>
      <p:pic>
        <p:nvPicPr>
          <p:cNvPr id="5" name="Picture 4">
            <a:extLst>
              <a:ext uri="{FF2B5EF4-FFF2-40B4-BE49-F238E27FC236}">
                <a16:creationId xmlns:a16="http://schemas.microsoft.com/office/drawing/2014/main" id="{26F275C4-2958-1A29-977D-E2021BCD266F}"/>
              </a:ext>
            </a:extLst>
          </p:cNvPr>
          <p:cNvPicPr>
            <a:picLocks noChangeAspect="1"/>
          </p:cNvPicPr>
          <p:nvPr/>
        </p:nvPicPr>
        <p:blipFill>
          <a:blip r:embed="rId3"/>
          <a:srcRect l="-1" t="6681" r="-1" b="4994"/>
          <a:stretch>
            <a:fillRect/>
          </a:stretch>
        </p:blipFill>
        <p:spPr>
          <a:xfrm>
            <a:off x="8186606" y="3101741"/>
            <a:ext cx="3965610" cy="476620"/>
          </a:xfrm>
          <a:prstGeom prst="rect">
            <a:avLst/>
          </a:prstGeom>
        </p:spPr>
      </p:pic>
      <p:pic>
        <p:nvPicPr>
          <p:cNvPr id="6" name="Picture 5">
            <a:extLst>
              <a:ext uri="{FF2B5EF4-FFF2-40B4-BE49-F238E27FC236}">
                <a16:creationId xmlns:a16="http://schemas.microsoft.com/office/drawing/2014/main" id="{3F7C7321-666F-D4B5-52C9-E04CC0933EC8}"/>
              </a:ext>
            </a:extLst>
          </p:cNvPr>
          <p:cNvPicPr>
            <a:picLocks noChangeAspect="1"/>
          </p:cNvPicPr>
          <p:nvPr/>
        </p:nvPicPr>
        <p:blipFill>
          <a:blip r:embed="rId4"/>
          <a:stretch>
            <a:fillRect/>
          </a:stretch>
        </p:blipFill>
        <p:spPr>
          <a:xfrm>
            <a:off x="8186605" y="3811997"/>
            <a:ext cx="3744138" cy="478790"/>
          </a:xfrm>
          <a:prstGeom prst="rect">
            <a:avLst/>
          </a:prstGeom>
        </p:spPr>
      </p:pic>
      <p:sp>
        <p:nvSpPr>
          <p:cNvPr id="7" name="Slide Number Placeholder 6">
            <a:extLst>
              <a:ext uri="{FF2B5EF4-FFF2-40B4-BE49-F238E27FC236}">
                <a16:creationId xmlns:a16="http://schemas.microsoft.com/office/drawing/2014/main" id="{F32AAD74-7B59-2A12-E173-3D6DC32AFC7B}"/>
              </a:ext>
            </a:extLst>
          </p:cNvPr>
          <p:cNvSpPr>
            <a:spLocks noGrp="1"/>
          </p:cNvSpPr>
          <p:nvPr>
            <p:ph type="sldNum" sz="quarter" idx="12"/>
          </p:nvPr>
        </p:nvSpPr>
        <p:spPr/>
        <p:txBody>
          <a:bodyPr/>
          <a:lstStyle/>
          <a:p>
            <a:fld id="{195D7342-CC80-6047-A3DE-3D7AEED4C2EB}" type="slidenum">
              <a:rPr lang="en-TH" smtClean="0"/>
              <a:t>15</a:t>
            </a:fld>
            <a:endParaRPr lang="en-TH"/>
          </a:p>
        </p:txBody>
      </p:sp>
    </p:spTree>
    <p:extLst>
      <p:ext uri="{BB962C8B-B14F-4D97-AF65-F5344CB8AC3E}">
        <p14:creationId xmlns:p14="http://schemas.microsoft.com/office/powerpoint/2010/main" val="3208705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5D081-E06B-F489-BE78-E7A75A15462D}"/>
              </a:ext>
            </a:extLst>
          </p:cNvPr>
          <p:cNvSpPr>
            <a:spLocks noGrp="1"/>
          </p:cNvSpPr>
          <p:nvPr>
            <p:ph type="title"/>
          </p:nvPr>
        </p:nvSpPr>
        <p:spPr/>
        <p:txBody>
          <a:bodyPr/>
          <a:lstStyle/>
          <a:p>
            <a:r>
              <a:rPr lang="en-TH" dirty="0"/>
              <a:t>Future work</a:t>
            </a:r>
          </a:p>
        </p:txBody>
      </p:sp>
      <p:sp>
        <p:nvSpPr>
          <p:cNvPr id="3" name="Content Placeholder 2">
            <a:extLst>
              <a:ext uri="{FF2B5EF4-FFF2-40B4-BE49-F238E27FC236}">
                <a16:creationId xmlns:a16="http://schemas.microsoft.com/office/drawing/2014/main" id="{5E82DDF7-43D6-853A-EAA7-968B89E79B24}"/>
              </a:ext>
            </a:extLst>
          </p:cNvPr>
          <p:cNvSpPr>
            <a:spLocks noGrp="1"/>
          </p:cNvSpPr>
          <p:nvPr>
            <p:ph idx="1"/>
          </p:nvPr>
        </p:nvSpPr>
        <p:spPr/>
        <p:txBody>
          <a:bodyPr/>
          <a:lstStyle/>
          <a:p>
            <a:r>
              <a:rPr lang="en-TH" dirty="0"/>
              <a:t>Verilog</a:t>
            </a:r>
          </a:p>
        </p:txBody>
      </p:sp>
      <p:sp>
        <p:nvSpPr>
          <p:cNvPr id="4" name="Slide Number Placeholder 3">
            <a:extLst>
              <a:ext uri="{FF2B5EF4-FFF2-40B4-BE49-F238E27FC236}">
                <a16:creationId xmlns:a16="http://schemas.microsoft.com/office/drawing/2014/main" id="{08F92CA6-10A0-17F1-3686-91D76D1EEACE}"/>
              </a:ext>
            </a:extLst>
          </p:cNvPr>
          <p:cNvSpPr>
            <a:spLocks noGrp="1"/>
          </p:cNvSpPr>
          <p:nvPr>
            <p:ph type="sldNum" sz="quarter" idx="12"/>
          </p:nvPr>
        </p:nvSpPr>
        <p:spPr/>
        <p:txBody>
          <a:bodyPr/>
          <a:lstStyle/>
          <a:p>
            <a:fld id="{195D7342-CC80-6047-A3DE-3D7AEED4C2EB}" type="slidenum">
              <a:rPr lang="en-TH" smtClean="0"/>
              <a:t>16</a:t>
            </a:fld>
            <a:endParaRPr lang="en-TH"/>
          </a:p>
        </p:txBody>
      </p:sp>
    </p:spTree>
    <p:extLst>
      <p:ext uri="{BB962C8B-B14F-4D97-AF65-F5344CB8AC3E}">
        <p14:creationId xmlns:p14="http://schemas.microsoft.com/office/powerpoint/2010/main" val="10033367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8103F-82CD-AC06-027D-E4813008FFE2}"/>
              </a:ext>
            </a:extLst>
          </p:cNvPr>
          <p:cNvSpPr>
            <a:spLocks noGrp="1"/>
          </p:cNvSpPr>
          <p:nvPr>
            <p:ph type="title"/>
          </p:nvPr>
        </p:nvSpPr>
        <p:spPr/>
        <p:txBody>
          <a:bodyPr/>
          <a:lstStyle/>
          <a:p>
            <a:r>
              <a:rPr lang="en-TH" dirty="0"/>
              <a:t>Reference</a:t>
            </a:r>
          </a:p>
        </p:txBody>
      </p:sp>
      <p:sp>
        <p:nvSpPr>
          <p:cNvPr id="3" name="Content Placeholder 2">
            <a:extLst>
              <a:ext uri="{FF2B5EF4-FFF2-40B4-BE49-F238E27FC236}">
                <a16:creationId xmlns:a16="http://schemas.microsoft.com/office/drawing/2014/main" id="{90C159D8-73E3-84A2-246B-FED185E720A0}"/>
              </a:ext>
            </a:extLst>
          </p:cNvPr>
          <p:cNvSpPr>
            <a:spLocks noGrp="1"/>
          </p:cNvSpPr>
          <p:nvPr>
            <p:ph idx="1"/>
          </p:nvPr>
        </p:nvSpPr>
        <p:spPr/>
        <p:txBody>
          <a:bodyPr/>
          <a:lstStyle/>
          <a:p>
            <a:r>
              <a:rPr lang="en-US" dirty="0"/>
              <a:t>https://</a:t>
            </a:r>
            <a:r>
              <a:rPr lang="en-US" dirty="0" err="1"/>
              <a:t>higashi.blog</a:t>
            </a:r>
            <a:r>
              <a:rPr lang="en-US" dirty="0"/>
              <a:t>/2023/12/15/ntt-03/</a:t>
            </a:r>
            <a:endParaRPr lang="en-TH" dirty="0"/>
          </a:p>
        </p:txBody>
      </p:sp>
      <p:sp>
        <p:nvSpPr>
          <p:cNvPr id="4" name="Slide Number Placeholder 3">
            <a:extLst>
              <a:ext uri="{FF2B5EF4-FFF2-40B4-BE49-F238E27FC236}">
                <a16:creationId xmlns:a16="http://schemas.microsoft.com/office/drawing/2014/main" id="{AB158983-3270-3680-6CE4-DFF87724A876}"/>
              </a:ext>
            </a:extLst>
          </p:cNvPr>
          <p:cNvSpPr>
            <a:spLocks noGrp="1"/>
          </p:cNvSpPr>
          <p:nvPr>
            <p:ph type="sldNum" sz="quarter" idx="12"/>
          </p:nvPr>
        </p:nvSpPr>
        <p:spPr/>
        <p:txBody>
          <a:bodyPr/>
          <a:lstStyle/>
          <a:p>
            <a:fld id="{195D7342-CC80-6047-A3DE-3D7AEED4C2EB}" type="slidenum">
              <a:rPr lang="en-TH" smtClean="0"/>
              <a:t>17</a:t>
            </a:fld>
            <a:endParaRPr lang="en-TH"/>
          </a:p>
        </p:txBody>
      </p:sp>
    </p:spTree>
    <p:extLst>
      <p:ext uri="{BB962C8B-B14F-4D97-AF65-F5344CB8AC3E}">
        <p14:creationId xmlns:p14="http://schemas.microsoft.com/office/powerpoint/2010/main" val="95060182"/>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{E7733B46-9637-3F4C-9201-227CE0BF66CF}tf10001120</Template>
  <TotalTime>969</TotalTime>
  <Words>516</Words>
  <Application>Microsoft Macintosh PowerPoint</Application>
  <PresentationFormat>Widescreen</PresentationFormat>
  <Paragraphs>71</Paragraphs>
  <Slides>17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Angsana New</vt:lpstr>
      <vt:lpstr>Arial</vt:lpstr>
      <vt:lpstr>Calibri</vt:lpstr>
      <vt:lpstr>Cambria Math</vt:lpstr>
      <vt:lpstr>Gill Sans MT</vt:lpstr>
      <vt:lpstr>Parcel</vt:lpstr>
      <vt:lpstr>Kyber NTT</vt:lpstr>
      <vt:lpstr>Recall</vt:lpstr>
      <vt:lpstr>Recall</vt:lpstr>
      <vt:lpstr>Recall</vt:lpstr>
      <vt:lpstr>Reduced reduction steps</vt:lpstr>
      <vt:lpstr>Performance penalty</vt:lpstr>
      <vt:lpstr>Just split the dimensions</vt:lpstr>
      <vt:lpstr>Split the target polynomial</vt:lpstr>
      <vt:lpstr>HALF ntt code</vt:lpstr>
      <vt:lpstr>Multiplying two decomposed polynomials </vt:lpstr>
      <vt:lpstr>Implementation</vt:lpstr>
      <vt:lpstr>Combining</vt:lpstr>
      <vt:lpstr>Performance</vt:lpstr>
      <vt:lpstr>Kyber implementation</vt:lpstr>
      <vt:lpstr>Kyber Implementation</vt:lpstr>
      <vt:lpstr>Future work</vt:lpstr>
      <vt:lpstr>Reference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Tony Sleep</dc:creator>
  <cp:lastModifiedBy>Tony Sleep</cp:lastModifiedBy>
  <cp:revision>3</cp:revision>
  <dcterms:created xsi:type="dcterms:W3CDTF">2025-10-10T21:42:20Z</dcterms:created>
  <dcterms:modified xsi:type="dcterms:W3CDTF">2025-10-20T09:34:26Z</dcterms:modified>
</cp:coreProperties>
</file>